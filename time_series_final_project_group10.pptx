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564" r:id="rId6"/>
    <p:sldId id="582" r:id="rId7"/>
    <p:sldId id="583" r:id="rId8"/>
    <p:sldId id="586" r:id="rId9"/>
    <p:sldId id="575" r:id="rId10"/>
    <p:sldId id="577" r:id="rId11"/>
    <p:sldId id="578" r:id="rId12"/>
    <p:sldId id="579" r:id="rId13"/>
    <p:sldId id="581" r:id="rId14"/>
    <p:sldId id="5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A040AF-BD8D-45B7-AF01-87A66A2BB9ED}">
          <p14:sldIdLst>
            <p14:sldId id="256"/>
            <p14:sldId id="564"/>
          </p14:sldIdLst>
        </p14:section>
        <p14:section name="Problem Statement" id="{440D0811-513A-4363-9AE3-4435C39F9EDB}">
          <p14:sldIdLst>
            <p14:sldId id="582"/>
          </p14:sldIdLst>
        </p14:section>
        <p14:section name="Assumptions &amp; Hypotheses about Data and Modeling" id="{C21D3ACC-3155-4230-B3CB-F723ABEE4DD1}">
          <p14:sldIdLst>
            <p14:sldId id="583"/>
          </p14:sldIdLst>
        </p14:section>
        <p14:section name="Data Properties, Processing, and Feature Engineering" id="{FF6BFE36-2E87-49AC-A858-7BAE0F84E8B5}">
          <p14:sldIdLst>
            <p14:sldId id="586"/>
          </p14:sldIdLst>
        </p14:section>
        <p14:section name="Data Processing" id="{952C6F28-C6A7-463D-8AAC-061539A3EA5C}">
          <p14:sldIdLst/>
        </p14:section>
        <p14:section name="Models &amp; Results" id="{D8EF8ACB-7660-42DE-9E60-51EBF790FA00}">
          <p14:sldIdLst>
            <p14:sldId id="575"/>
            <p14:sldId id="577"/>
            <p14:sldId id="578"/>
          </p14:sldIdLst>
        </p14:section>
        <p14:section name="Selected Model" id="{D9577454-C796-4961-8321-E7F4E56967AA}">
          <p14:sldIdLst>
            <p14:sldId id="579"/>
          </p14:sldIdLst>
        </p14:section>
        <p14:section name="Results &amp; Future Work" id="{01D3B2C9-FF7C-42E8-91C7-5247D2BBD17C}">
          <p14:sldIdLst>
            <p14:sldId id="581"/>
            <p14:sldId id="57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8A92A5-806B-475B-A235-BE08590520AA}" v="88" dt="2020-06-08T20:47:58.441"/>
    <p1510:client id="{1F4D870F-9EE3-4B3D-AC35-8B757AD70AB2}" v="33" dt="2020-06-08T17:07:04.725"/>
    <p1510:client id="{95E7F240-55E5-43C1-9773-0BF8DA3755F1}" v="28" dt="2020-06-08T16:06:33.3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96"/>
  </p:normalViewPr>
  <p:slideViewPr>
    <p:cSldViewPr snapToGrid="0">
      <p:cViewPr varScale="1">
        <p:scale>
          <a:sx n="88" d="100"/>
          <a:sy n="88" d="100"/>
        </p:scale>
        <p:origin x="176" y="53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ya Pandey" userId="S::satyakam@uchicago.edu::92e1f717-5e6d-4e12-a67c-78e3153684ce" providerId="AD" clId="Web-{1F4D870F-9EE3-4B3D-AC35-8B757AD70AB2}"/>
    <pc:docChg chg="modSld">
      <pc:chgData name="Satya Pandey" userId="S::satyakam@uchicago.edu::92e1f717-5e6d-4e12-a67c-78e3153684ce" providerId="AD" clId="Web-{1F4D870F-9EE3-4B3D-AC35-8B757AD70AB2}" dt="2020-06-08T17:07:04.537" v="31" actId="14100"/>
      <pc:docMkLst>
        <pc:docMk/>
      </pc:docMkLst>
      <pc:sldChg chg="modSp">
        <pc:chgData name="Satya Pandey" userId="S::satyakam@uchicago.edu::92e1f717-5e6d-4e12-a67c-78e3153684ce" providerId="AD" clId="Web-{1F4D870F-9EE3-4B3D-AC35-8B757AD70AB2}" dt="2020-06-08T17:07:04.537" v="31" actId="14100"/>
        <pc:sldMkLst>
          <pc:docMk/>
          <pc:sldMk cId="2267276192" sldId="534"/>
        </pc:sldMkLst>
        <pc:spChg chg="mod">
          <ac:chgData name="Satya Pandey" userId="S::satyakam@uchicago.edu::92e1f717-5e6d-4e12-a67c-78e3153684ce" providerId="AD" clId="Web-{1F4D870F-9EE3-4B3D-AC35-8B757AD70AB2}" dt="2020-06-08T17:07:04.537" v="31" actId="14100"/>
          <ac:spMkLst>
            <pc:docMk/>
            <pc:sldMk cId="2267276192" sldId="534"/>
            <ac:spMk id="7" creationId="{00000000-0000-0000-0000-000000000000}"/>
          </ac:spMkLst>
        </pc:spChg>
      </pc:sldChg>
    </pc:docChg>
  </pc:docChgLst>
  <pc:docChgLst>
    <pc:chgData name="Satya Pandey" userId="S::satyakam@uchicago.edu::92e1f717-5e6d-4e12-a67c-78e3153684ce" providerId="AD" clId="Web-{0B8A92A5-806B-475B-A235-BE08590520AA}"/>
    <pc:docChg chg="modSld">
      <pc:chgData name="Satya Pandey" userId="S::satyakam@uchicago.edu::92e1f717-5e6d-4e12-a67c-78e3153684ce" providerId="AD" clId="Web-{0B8A92A5-806B-475B-A235-BE08590520AA}" dt="2020-06-08T20:47:58.441" v="87" actId="20577"/>
      <pc:docMkLst>
        <pc:docMk/>
      </pc:docMkLst>
      <pc:sldChg chg="modSp">
        <pc:chgData name="Satya Pandey" userId="S::satyakam@uchicago.edu::92e1f717-5e6d-4e12-a67c-78e3153684ce" providerId="AD" clId="Web-{0B8A92A5-806B-475B-A235-BE08590520AA}" dt="2020-06-08T20:11:42.574" v="46" actId="20577"/>
        <pc:sldMkLst>
          <pc:docMk/>
          <pc:sldMk cId="3170335522" sldId="533"/>
        </pc:sldMkLst>
        <pc:spChg chg="mod">
          <ac:chgData name="Satya Pandey" userId="S::satyakam@uchicago.edu::92e1f717-5e6d-4e12-a67c-78e3153684ce" providerId="AD" clId="Web-{0B8A92A5-806B-475B-A235-BE08590520AA}" dt="2020-06-08T20:11:42.574" v="46" actId="20577"/>
          <ac:spMkLst>
            <pc:docMk/>
            <pc:sldMk cId="3170335522" sldId="533"/>
            <ac:spMk id="3" creationId="{00000000-0000-0000-0000-000000000000}"/>
          </ac:spMkLst>
        </pc:spChg>
      </pc:sldChg>
      <pc:sldChg chg="modSp">
        <pc:chgData name="Satya Pandey" userId="S::satyakam@uchicago.edu::92e1f717-5e6d-4e12-a67c-78e3153684ce" providerId="AD" clId="Web-{0B8A92A5-806B-475B-A235-BE08590520AA}" dt="2020-06-08T20:13:52.435" v="58" actId="20577"/>
        <pc:sldMkLst>
          <pc:docMk/>
          <pc:sldMk cId="1290562296" sldId="536"/>
        </pc:sldMkLst>
        <pc:spChg chg="mod">
          <ac:chgData name="Satya Pandey" userId="S::satyakam@uchicago.edu::92e1f717-5e6d-4e12-a67c-78e3153684ce" providerId="AD" clId="Web-{0B8A92A5-806B-475B-A235-BE08590520AA}" dt="2020-06-08T20:13:52.435" v="58" actId="20577"/>
          <ac:spMkLst>
            <pc:docMk/>
            <pc:sldMk cId="1290562296" sldId="536"/>
            <ac:spMk id="2" creationId="{00000000-0000-0000-0000-000000000000}"/>
          </ac:spMkLst>
        </pc:spChg>
      </pc:sldChg>
      <pc:sldChg chg="modSp">
        <pc:chgData name="Satya Pandey" userId="S::satyakam@uchicago.edu::92e1f717-5e6d-4e12-a67c-78e3153684ce" providerId="AD" clId="Web-{0B8A92A5-806B-475B-A235-BE08590520AA}" dt="2020-06-08T20:10:36.245" v="24" actId="20577"/>
        <pc:sldMkLst>
          <pc:docMk/>
          <pc:sldMk cId="3740381052" sldId="537"/>
        </pc:sldMkLst>
        <pc:spChg chg="mod">
          <ac:chgData name="Satya Pandey" userId="S::satyakam@uchicago.edu::92e1f717-5e6d-4e12-a67c-78e3153684ce" providerId="AD" clId="Web-{0B8A92A5-806B-475B-A235-BE08590520AA}" dt="2020-06-08T20:10:36.245" v="24" actId="20577"/>
          <ac:spMkLst>
            <pc:docMk/>
            <pc:sldMk cId="3740381052" sldId="537"/>
            <ac:spMk id="2" creationId="{00000000-0000-0000-0000-000000000000}"/>
          </ac:spMkLst>
        </pc:spChg>
      </pc:sldChg>
      <pc:sldChg chg="modSp">
        <pc:chgData name="Satya Pandey" userId="S::satyakam@uchicago.edu::92e1f717-5e6d-4e12-a67c-78e3153684ce" providerId="AD" clId="Web-{0B8A92A5-806B-475B-A235-BE08590520AA}" dt="2020-06-08T20:47:43.519" v="85" actId="20577"/>
        <pc:sldMkLst>
          <pc:docMk/>
          <pc:sldMk cId="1062943973" sldId="539"/>
        </pc:sldMkLst>
        <pc:spChg chg="mod">
          <ac:chgData name="Satya Pandey" userId="S::satyakam@uchicago.edu::92e1f717-5e6d-4e12-a67c-78e3153684ce" providerId="AD" clId="Web-{0B8A92A5-806B-475B-A235-BE08590520AA}" dt="2020-06-08T20:47:43.519" v="85" actId="20577"/>
          <ac:spMkLst>
            <pc:docMk/>
            <pc:sldMk cId="1062943973" sldId="539"/>
            <ac:spMk id="4" creationId="{00000000-0000-0000-0000-000000000000}"/>
          </ac:spMkLst>
        </pc:spChg>
      </pc:sldChg>
      <pc:sldChg chg="modSp">
        <pc:chgData name="Satya Pandey" userId="S::satyakam@uchicago.edu::92e1f717-5e6d-4e12-a67c-78e3153684ce" providerId="AD" clId="Web-{0B8A92A5-806B-475B-A235-BE08590520AA}" dt="2020-06-08T20:13:40.091" v="49" actId="20577"/>
        <pc:sldMkLst>
          <pc:docMk/>
          <pc:sldMk cId="1439953467" sldId="540"/>
        </pc:sldMkLst>
        <pc:spChg chg="mod">
          <ac:chgData name="Satya Pandey" userId="S::satyakam@uchicago.edu::92e1f717-5e6d-4e12-a67c-78e3153684ce" providerId="AD" clId="Web-{0B8A92A5-806B-475B-A235-BE08590520AA}" dt="2020-06-08T20:13:40.091" v="49" actId="20577"/>
          <ac:spMkLst>
            <pc:docMk/>
            <pc:sldMk cId="1439953467" sldId="540"/>
            <ac:spMk id="2" creationId="{00000000-0000-0000-0000-000000000000}"/>
          </ac:spMkLst>
        </pc:spChg>
      </pc:sldChg>
      <pc:sldChg chg="modSp">
        <pc:chgData name="Satya Pandey" userId="S::satyakam@uchicago.edu::92e1f717-5e6d-4e12-a67c-78e3153684ce" providerId="AD" clId="Web-{0B8A92A5-806B-475B-A235-BE08590520AA}" dt="2020-06-08T20:10:57.167" v="33" actId="20577"/>
        <pc:sldMkLst>
          <pc:docMk/>
          <pc:sldMk cId="3347007030" sldId="544"/>
        </pc:sldMkLst>
        <pc:spChg chg="mod">
          <ac:chgData name="Satya Pandey" userId="S::satyakam@uchicago.edu::92e1f717-5e6d-4e12-a67c-78e3153684ce" providerId="AD" clId="Web-{0B8A92A5-806B-475B-A235-BE08590520AA}" dt="2020-06-08T20:10:57.167" v="33" actId="20577"/>
          <ac:spMkLst>
            <pc:docMk/>
            <pc:sldMk cId="3347007030" sldId="544"/>
            <ac:spMk id="2" creationId="{00000000-0000-0000-0000-000000000000}"/>
          </ac:spMkLst>
        </pc:spChg>
      </pc:sldChg>
      <pc:sldChg chg="modSp">
        <pc:chgData name="Satya Pandey" userId="S::satyakam@uchicago.edu::92e1f717-5e6d-4e12-a67c-78e3153684ce" providerId="AD" clId="Web-{0B8A92A5-806B-475B-A235-BE08590520AA}" dt="2020-06-08T20:14:05.544" v="69" actId="20577"/>
        <pc:sldMkLst>
          <pc:docMk/>
          <pc:sldMk cId="3175783303" sldId="546"/>
        </pc:sldMkLst>
        <pc:spChg chg="mod">
          <ac:chgData name="Satya Pandey" userId="S::satyakam@uchicago.edu::92e1f717-5e6d-4e12-a67c-78e3153684ce" providerId="AD" clId="Web-{0B8A92A5-806B-475B-A235-BE08590520AA}" dt="2020-06-08T20:14:05.544" v="69" actId="20577"/>
          <ac:spMkLst>
            <pc:docMk/>
            <pc:sldMk cId="3175783303" sldId="546"/>
            <ac:spMk id="2" creationId="{00000000-0000-0000-0000-000000000000}"/>
          </ac:spMkLst>
        </pc:spChg>
      </pc:sldChg>
      <pc:sldChg chg="modSp">
        <pc:chgData name="Satya Pandey" userId="S::satyakam@uchicago.edu::92e1f717-5e6d-4e12-a67c-78e3153684ce" providerId="AD" clId="Web-{0B8A92A5-806B-475B-A235-BE08590520AA}" dt="2020-06-08T20:14:20.060" v="80" actId="20577"/>
        <pc:sldMkLst>
          <pc:docMk/>
          <pc:sldMk cId="2032267524" sldId="547"/>
        </pc:sldMkLst>
        <pc:spChg chg="mod">
          <ac:chgData name="Satya Pandey" userId="S::satyakam@uchicago.edu::92e1f717-5e6d-4e12-a67c-78e3153684ce" providerId="AD" clId="Web-{0B8A92A5-806B-475B-A235-BE08590520AA}" dt="2020-06-08T20:14:20.060" v="80" actId="20577"/>
          <ac:spMkLst>
            <pc:docMk/>
            <pc:sldMk cId="2032267524" sldId="547"/>
            <ac:spMk id="2" creationId="{00000000-0000-0000-0000-000000000000}"/>
          </ac:spMkLst>
        </pc:spChg>
      </pc:sldChg>
    </pc:docChg>
  </pc:docChgLst>
  <pc:docChgLst>
    <pc:chgData name="Satya Pandey" userId="S::satyakam@uchicago.edu::92e1f717-5e6d-4e12-a67c-78e3153684ce" providerId="AD" clId="Web-{95E7F240-55E5-43C1-9773-0BF8DA3755F1}"/>
    <pc:docChg chg="modSld">
      <pc:chgData name="Satya Pandey" userId="S::satyakam@uchicago.edu::92e1f717-5e6d-4e12-a67c-78e3153684ce" providerId="AD" clId="Web-{95E7F240-55E5-43C1-9773-0BF8DA3755F1}" dt="2020-06-08T16:06:33.365" v="27" actId="20577"/>
      <pc:docMkLst>
        <pc:docMk/>
      </pc:docMkLst>
      <pc:sldChg chg="modSp">
        <pc:chgData name="Satya Pandey" userId="S::satyakam@uchicago.edu::92e1f717-5e6d-4e12-a67c-78e3153684ce" providerId="AD" clId="Web-{95E7F240-55E5-43C1-9773-0BF8DA3755F1}" dt="2020-06-08T16:06:33.365" v="27" actId="20577"/>
        <pc:sldMkLst>
          <pc:docMk/>
          <pc:sldMk cId="3170335522" sldId="533"/>
        </pc:sldMkLst>
        <pc:spChg chg="mod">
          <ac:chgData name="Satya Pandey" userId="S::satyakam@uchicago.edu::92e1f717-5e6d-4e12-a67c-78e3153684ce" providerId="AD" clId="Web-{95E7F240-55E5-43C1-9773-0BF8DA3755F1}" dt="2020-06-08T16:06:33.365" v="27" actId="20577"/>
          <ac:spMkLst>
            <pc:docMk/>
            <pc:sldMk cId="3170335522" sldId="533"/>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43D8DEE-7A99-D148-95CC-22B727447B66}" type="datetime1">
              <a:rPr lang="en-US" smtClean="0"/>
              <a:t>6/1/21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852B24-C5C9-5D41-8CC1-C45B31C0CDD8}" type="slidenum">
              <a:rPr lang="en-US" smtClean="0"/>
              <a:t>‹#›</a:t>
            </a:fld>
            <a:endParaRPr lang="en-US"/>
          </a:p>
        </p:txBody>
      </p:sp>
    </p:spTree>
    <p:extLst>
      <p:ext uri="{BB962C8B-B14F-4D97-AF65-F5344CB8AC3E}">
        <p14:creationId xmlns:p14="http://schemas.microsoft.com/office/powerpoint/2010/main" val="360875083"/>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F972B9-BA4E-1044-96CD-9A1485C263C9}" type="datetime1">
              <a:rPr lang="en-US" smtClean="0"/>
              <a:t>6/1/21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76CD0-68A5-D14F-B096-5F94EC165503}" type="slidenum">
              <a:rPr lang="en-US" smtClean="0"/>
              <a:t>‹#›</a:t>
            </a:fld>
            <a:endParaRPr lang="en-US"/>
          </a:p>
        </p:txBody>
      </p:sp>
    </p:spTree>
    <p:extLst>
      <p:ext uri="{BB962C8B-B14F-4D97-AF65-F5344CB8AC3E}">
        <p14:creationId xmlns:p14="http://schemas.microsoft.com/office/powerpoint/2010/main" val="513882118"/>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Date Placeholder 4"/>
          <p:cNvSpPr>
            <a:spLocks noGrp="1"/>
          </p:cNvSpPr>
          <p:nvPr>
            <p:ph type="dt" idx="11"/>
          </p:nvPr>
        </p:nvSpPr>
        <p:spPr/>
        <p:txBody>
          <a:bodyPr/>
          <a:lstStyle/>
          <a:p>
            <a:fld id="{F6FF41E2-7C4C-6F44-BCBE-792648FAE7E7}" type="datetime1">
              <a:rPr lang="en-US" smtClean="0"/>
              <a:t>6/1/21</a:t>
            </a:fld>
            <a:endParaRPr lang="en-US"/>
          </a:p>
        </p:txBody>
      </p:sp>
      <p:sp>
        <p:nvSpPr>
          <p:cNvPr id="6" name="Footer Placeholder 5"/>
          <p:cNvSpPr>
            <a:spLocks noGrp="1"/>
          </p:cNvSpPr>
          <p:nvPr>
            <p:ph type="ftr" sz="quarter" idx="12"/>
          </p:nvPr>
        </p:nvSpPr>
        <p:spPr/>
        <p:txBody>
          <a:bodyPr/>
          <a:lstStyle/>
          <a:p>
            <a:endParaRPr lang="en-US"/>
          </a:p>
        </p:txBody>
      </p:sp>
      <p:sp>
        <p:nvSpPr>
          <p:cNvPr id="7" name="Slide Number Placeholder 6"/>
          <p:cNvSpPr>
            <a:spLocks noGrp="1"/>
          </p:cNvSpPr>
          <p:nvPr>
            <p:ph type="sldNum" sz="quarter" idx="13"/>
          </p:nvPr>
        </p:nvSpPr>
        <p:spPr/>
        <p:txBody>
          <a:bodyPr/>
          <a:lstStyle/>
          <a:p>
            <a:fld id="{84076CD0-68A5-D14F-B096-5F94EC165503}" type="slidenum">
              <a:rPr lang="en-US" smtClean="0"/>
              <a:t>0</a:t>
            </a:fld>
            <a:endParaRPr lang="en-US"/>
          </a:p>
        </p:txBody>
      </p:sp>
    </p:spTree>
    <p:extLst>
      <p:ext uri="{BB962C8B-B14F-4D97-AF65-F5344CB8AC3E}">
        <p14:creationId xmlns:p14="http://schemas.microsoft.com/office/powerpoint/2010/main" val="1823747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762000" y="5029200"/>
            <a:ext cx="10668000" cy="820550"/>
          </a:xfrm>
          <a:prstGeom prst="rect">
            <a:avLst/>
          </a:prstGeom>
        </p:spPr>
        <p:txBody>
          <a:bodyPr anchor="b">
            <a:normAutofit/>
          </a:bodyPr>
          <a:lstStyle>
            <a:lvl1pPr algn="ctr">
              <a:defRPr sz="4800" b="1" i="0" baseline="0">
                <a:latin typeface="Arial" charset="0"/>
                <a:ea typeface="Arial" charset="0"/>
                <a:cs typeface="Arial" charset="0"/>
              </a:defRPr>
            </a:lvl1pPr>
          </a:lstStyle>
          <a:p>
            <a:r>
              <a:rPr lang="en-US"/>
              <a:t>Title is Arial Bold 48</a:t>
            </a:r>
          </a:p>
        </p:txBody>
      </p:sp>
      <p:sp>
        <p:nvSpPr>
          <p:cNvPr id="3" name="Subtitle 2"/>
          <p:cNvSpPr>
            <a:spLocks noGrp="1"/>
          </p:cNvSpPr>
          <p:nvPr>
            <p:ph type="subTitle" idx="1" hasCustomPrompt="1"/>
          </p:nvPr>
        </p:nvSpPr>
        <p:spPr>
          <a:xfrm>
            <a:off x="762000" y="5950147"/>
            <a:ext cx="10668000" cy="450656"/>
          </a:xfrm>
          <a:prstGeom prst="rect">
            <a:avLst/>
          </a:prstGeom>
        </p:spPr>
        <p:txBody>
          <a:bodyPr/>
          <a:lstStyle>
            <a:lvl1pPr marL="0" indent="0" algn="ctr">
              <a:buNone/>
              <a:defRPr sz="2400" b="0" i="0" baseline="0">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is Arial 24</a:t>
            </a:r>
          </a:p>
        </p:txBody>
      </p:sp>
    </p:spTree>
    <p:extLst>
      <p:ext uri="{BB962C8B-B14F-4D97-AF65-F5344CB8AC3E}">
        <p14:creationId xmlns:p14="http://schemas.microsoft.com/office/powerpoint/2010/main" val="724217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White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762000" y="363537"/>
            <a:ext cx="10668000" cy="1325563"/>
          </a:xfrm>
          <a:prstGeom prst="rect">
            <a:avLst/>
          </a:prstGeom>
        </p:spPr>
        <p:txBody>
          <a:bodyPr>
            <a:normAutofit/>
          </a:bodyPr>
          <a:lstStyle>
            <a:lvl1pPr>
              <a:defRPr sz="4000" b="1" i="0" baseline="0">
                <a:latin typeface="Arial" charset="0"/>
                <a:ea typeface="Arial" charset="0"/>
                <a:cs typeface="Arial" charset="0"/>
              </a:defRPr>
            </a:lvl1pPr>
          </a:lstStyle>
          <a:p>
            <a:r>
              <a:rPr lang="en-US"/>
              <a:t>Slide Header is Arial Bold 40</a:t>
            </a:r>
          </a:p>
        </p:txBody>
      </p:sp>
      <p:sp>
        <p:nvSpPr>
          <p:cNvPr id="3" name="Content Placeholder 2"/>
          <p:cNvSpPr>
            <a:spLocks noGrp="1"/>
          </p:cNvSpPr>
          <p:nvPr>
            <p:ph idx="1" hasCustomPrompt="1"/>
          </p:nvPr>
        </p:nvSpPr>
        <p:spPr>
          <a:xfrm>
            <a:off x="762000" y="1825625"/>
            <a:ext cx="10668000" cy="3445622"/>
          </a:xfrm>
          <a:prstGeom prst="rect">
            <a:avLst/>
          </a:prstGeom>
        </p:spPr>
        <p:txBody>
          <a:bodyPr/>
          <a:lstStyle>
            <a:lvl1pPr>
              <a:defRPr b="0" i="0" baseline="0">
                <a:latin typeface="Arial" charset="0"/>
                <a:ea typeface="Arial" charset="0"/>
                <a:cs typeface="Arial" charset="0"/>
              </a:defRPr>
            </a:lvl1pPr>
            <a:lvl2pPr>
              <a:defRPr b="0" i="0">
                <a:latin typeface="Arial" charset="0"/>
                <a:ea typeface="Arial" charset="0"/>
                <a:cs typeface="Arial" charset="0"/>
              </a:defRPr>
            </a:lvl2pPr>
            <a:lvl3pPr>
              <a:defRPr b="0" i="0">
                <a:latin typeface="Arial" charset="0"/>
                <a:ea typeface="Arial" charset="0"/>
                <a:cs typeface="Arial" charset="0"/>
              </a:defRPr>
            </a:lvl3pPr>
            <a:lvl4pPr>
              <a:defRPr b="0" i="0">
                <a:latin typeface="Arial" charset="0"/>
                <a:ea typeface="Arial" charset="0"/>
                <a:cs typeface="Arial" charset="0"/>
              </a:defRPr>
            </a:lvl4pPr>
            <a:lvl5pPr>
              <a:defRPr b="0" i="0">
                <a:latin typeface="Arial" charset="0"/>
                <a:ea typeface="Arial" charset="0"/>
                <a:cs typeface="Arial" charset="0"/>
              </a:defRPr>
            </a:lvl5pPr>
          </a:lstStyle>
          <a:p>
            <a:pPr lvl="0"/>
            <a:r>
              <a:rPr lang="en-US"/>
              <a:t>Arial 28</a:t>
            </a:r>
          </a:p>
          <a:p>
            <a:pPr lvl="1"/>
            <a:r>
              <a:rPr lang="en-US"/>
              <a:t>Arial 24</a:t>
            </a:r>
          </a:p>
          <a:p>
            <a:pPr lvl="2"/>
            <a:r>
              <a:rPr lang="en-US"/>
              <a:t>Arial 20</a:t>
            </a:r>
          </a:p>
          <a:p>
            <a:pPr lvl="3"/>
            <a:r>
              <a:rPr lang="en-US"/>
              <a:t>Arial 18</a:t>
            </a:r>
          </a:p>
          <a:p>
            <a:pPr lvl="4"/>
            <a:r>
              <a:rPr lang="en-US"/>
              <a:t>Arial 18</a:t>
            </a:r>
          </a:p>
        </p:txBody>
      </p:sp>
      <p:sp>
        <p:nvSpPr>
          <p:cNvPr id="4" name="Date Placeholder 3"/>
          <p:cNvSpPr>
            <a:spLocks noGrp="1"/>
          </p:cNvSpPr>
          <p:nvPr>
            <p:ph type="dt" sz="half" idx="10"/>
          </p:nvPr>
        </p:nvSpPr>
        <p:spPr>
          <a:xfrm>
            <a:off x="2091018" y="6356350"/>
            <a:ext cx="1490382" cy="365125"/>
          </a:xfrm>
          <a:prstGeom prst="rect">
            <a:avLst/>
          </a:prstGeom>
        </p:spPr>
        <p:txBody>
          <a:bodyPr/>
          <a:lstStyle>
            <a:lvl1pPr>
              <a:defRPr sz="1400">
                <a:solidFill>
                  <a:schemeClr val="bg2">
                    <a:lumMod val="75000"/>
                  </a:schemeClr>
                </a:solidFill>
                <a:latin typeface="Arial" charset="0"/>
                <a:ea typeface="Arial" charset="0"/>
                <a:cs typeface="Arial" charset="0"/>
              </a:defRPr>
            </a:lvl1p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a:xfrm>
            <a:off x="8610600" y="6356350"/>
            <a:ext cx="2819400" cy="365125"/>
          </a:xfrm>
          <a:prstGeom prst="rect">
            <a:avLst/>
          </a:prstGeom>
        </p:spPr>
        <p:txBody>
          <a:bodyPr/>
          <a:lstStyle>
            <a:lvl1pPr algn="r">
              <a:defRPr sz="1400">
                <a:solidFill>
                  <a:schemeClr val="bg2">
                    <a:lumMod val="75000"/>
                  </a:schemeClr>
                </a:solidFill>
                <a:latin typeface="Arial" charset="0"/>
                <a:ea typeface="Arial" charset="0"/>
                <a:cs typeface="Arial" charset="0"/>
              </a:defRPr>
            </a:lvl1pPr>
          </a:lstStyle>
          <a:p>
            <a:fld id="{ACECC8D6-1311-6F42-B063-A331488CED07}" type="slidenum">
              <a:rPr lang="en-US" smtClean="0"/>
              <a:pPr/>
              <a:t>‹#›</a:t>
            </a:fld>
            <a:endParaRPr lang="en-US"/>
          </a:p>
        </p:txBody>
      </p:sp>
      <p:sp>
        <p:nvSpPr>
          <p:cNvPr id="9" name="Footer Placeholder 4"/>
          <p:cNvSpPr>
            <a:spLocks noGrp="1"/>
          </p:cNvSpPr>
          <p:nvPr>
            <p:ph type="ftr" sz="quarter" idx="11"/>
          </p:nvPr>
        </p:nvSpPr>
        <p:spPr>
          <a:xfrm>
            <a:off x="4078224" y="6356350"/>
            <a:ext cx="4037076" cy="365125"/>
          </a:xfrm>
          <a:prstGeom prst="rect">
            <a:avLst/>
          </a:prstGeom>
        </p:spPr>
        <p:txBody>
          <a:bodyPr/>
          <a:lstStyle>
            <a:lvl1pPr algn="ctr">
              <a:defRPr sz="1400">
                <a:solidFill>
                  <a:schemeClr val="bg2">
                    <a:lumMod val="75000"/>
                  </a:schemeClr>
                </a:solidFill>
                <a:latin typeface="Arial" charset="0"/>
                <a:ea typeface="Arial" charset="0"/>
                <a:cs typeface="Arial" charset="0"/>
              </a:defRPr>
            </a:lvl1pPr>
          </a:lstStyle>
          <a:p>
            <a:r>
              <a:rPr lang="en-US"/>
              <a:t>[Click “View &gt; Header and Footer” to Edit]</a:t>
            </a:r>
          </a:p>
        </p:txBody>
      </p:sp>
    </p:spTree>
    <p:extLst>
      <p:ext uri="{BB962C8B-B14F-4D97-AF65-F5344CB8AC3E}">
        <p14:creationId xmlns:p14="http://schemas.microsoft.com/office/powerpoint/2010/main" val="2141577434"/>
      </p:ext>
    </p:extLst>
  </p:cSld>
  <p:clrMapOvr>
    <a:masterClrMapping/>
  </p:clrMapOvr>
  <p:extLst>
    <p:ext uri="{DCECCB84-F9BA-43D5-87BE-67443E8EF086}">
      <p15:sldGuideLst xmlns:p15="http://schemas.microsoft.com/office/powerpoint/2012/main">
        <p15:guide id="1" orient="horz" pos="2904" userDrawn="1">
          <p15:clr>
            <a:srgbClr val="FBAE40"/>
          </p15:clr>
        </p15:guide>
        <p15:guide id="2" pos="703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Maroon Background">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7" name="Date Placeholder 3"/>
          <p:cNvSpPr>
            <a:spLocks noGrp="1"/>
          </p:cNvSpPr>
          <p:nvPr>
            <p:ph type="dt" sz="half" idx="10"/>
          </p:nvPr>
        </p:nvSpPr>
        <p:spPr>
          <a:xfrm>
            <a:off x="2091018" y="6356350"/>
            <a:ext cx="1490382" cy="365125"/>
          </a:xfrm>
          <a:prstGeom prst="rect">
            <a:avLst/>
          </a:prstGeom>
        </p:spPr>
        <p:txBody>
          <a:bodyPr/>
          <a:lstStyle>
            <a:lvl1pPr>
              <a:defRPr sz="1400">
                <a:solidFill>
                  <a:schemeClr val="bg2">
                    <a:lumMod val="75000"/>
                  </a:schemeClr>
                </a:solidFill>
                <a:latin typeface="Arial" charset="0"/>
                <a:ea typeface="Arial" charset="0"/>
                <a:cs typeface="Arial" charset="0"/>
              </a:defRPr>
            </a:lvl1pPr>
          </a:lstStyle>
          <a:p>
            <a:fld id="{7836101D-EE4F-E14F-B986-E9B4B91F2B37}" type="datetime1">
              <a:rPr lang="en-US" smtClean="0"/>
              <a:pPr/>
              <a:t>6/1/21</a:t>
            </a:fld>
            <a:endParaRPr lang="en-US"/>
          </a:p>
        </p:txBody>
      </p:sp>
      <p:sp>
        <p:nvSpPr>
          <p:cNvPr id="18" name="Slide Number Placeholder 5"/>
          <p:cNvSpPr>
            <a:spLocks noGrp="1"/>
          </p:cNvSpPr>
          <p:nvPr>
            <p:ph type="sldNum" sz="quarter" idx="12"/>
          </p:nvPr>
        </p:nvSpPr>
        <p:spPr>
          <a:xfrm>
            <a:off x="8610600" y="6356350"/>
            <a:ext cx="2819400" cy="365125"/>
          </a:xfrm>
          <a:prstGeom prst="rect">
            <a:avLst/>
          </a:prstGeom>
        </p:spPr>
        <p:txBody>
          <a:bodyPr/>
          <a:lstStyle>
            <a:lvl1pPr algn="r">
              <a:defRPr sz="1400">
                <a:solidFill>
                  <a:schemeClr val="bg2">
                    <a:lumMod val="75000"/>
                  </a:schemeClr>
                </a:solidFill>
                <a:latin typeface="Arial" charset="0"/>
                <a:ea typeface="Arial" charset="0"/>
                <a:cs typeface="Arial" charset="0"/>
              </a:defRPr>
            </a:lvl1pPr>
          </a:lstStyle>
          <a:p>
            <a:fld id="{ACECC8D6-1311-6F42-B063-A331488CED07}" type="slidenum">
              <a:rPr lang="en-US" smtClean="0"/>
              <a:pPr/>
              <a:t>‹#›</a:t>
            </a:fld>
            <a:endParaRPr lang="en-US"/>
          </a:p>
        </p:txBody>
      </p:sp>
      <p:sp>
        <p:nvSpPr>
          <p:cNvPr id="11" name="Title 1"/>
          <p:cNvSpPr>
            <a:spLocks noGrp="1"/>
          </p:cNvSpPr>
          <p:nvPr>
            <p:ph type="title" hasCustomPrompt="1"/>
          </p:nvPr>
        </p:nvSpPr>
        <p:spPr>
          <a:xfrm>
            <a:off x="762000" y="363537"/>
            <a:ext cx="10668000" cy="1325563"/>
          </a:xfrm>
          <a:prstGeom prst="rect">
            <a:avLst/>
          </a:prstGeom>
        </p:spPr>
        <p:txBody>
          <a:bodyPr>
            <a:normAutofit/>
          </a:bodyPr>
          <a:lstStyle>
            <a:lvl1pPr>
              <a:defRPr sz="4000" b="1" i="0" baseline="0">
                <a:solidFill>
                  <a:schemeClr val="bg1"/>
                </a:solidFill>
                <a:latin typeface="Arial" charset="0"/>
                <a:ea typeface="Arial" charset="0"/>
                <a:cs typeface="Arial" charset="0"/>
              </a:defRPr>
            </a:lvl1pPr>
          </a:lstStyle>
          <a:p>
            <a:r>
              <a:rPr lang="en-US"/>
              <a:t>Slide Header is Arial Bold 40</a:t>
            </a:r>
          </a:p>
        </p:txBody>
      </p:sp>
      <p:sp>
        <p:nvSpPr>
          <p:cNvPr id="12" name="Content Placeholder 2"/>
          <p:cNvSpPr>
            <a:spLocks noGrp="1"/>
          </p:cNvSpPr>
          <p:nvPr>
            <p:ph idx="1" hasCustomPrompt="1"/>
          </p:nvPr>
        </p:nvSpPr>
        <p:spPr>
          <a:xfrm>
            <a:off x="762000" y="1825625"/>
            <a:ext cx="10668000" cy="3445622"/>
          </a:xfrm>
          <a:prstGeom prst="rect">
            <a:avLst/>
          </a:prstGeom>
        </p:spPr>
        <p:txBody>
          <a:bodyPr/>
          <a:lstStyle>
            <a:lvl1pPr>
              <a:defRPr b="0" i="0" baseline="0">
                <a:solidFill>
                  <a:schemeClr val="bg1"/>
                </a:solidFill>
                <a:latin typeface="Arial" charset="0"/>
                <a:ea typeface="Arial" charset="0"/>
                <a:cs typeface="Arial" charset="0"/>
              </a:defRPr>
            </a:lvl1pPr>
            <a:lvl2pPr>
              <a:defRPr b="0" i="0">
                <a:solidFill>
                  <a:schemeClr val="bg1"/>
                </a:solidFill>
                <a:latin typeface="Arial" charset="0"/>
                <a:ea typeface="Arial" charset="0"/>
                <a:cs typeface="Arial" charset="0"/>
              </a:defRPr>
            </a:lvl2pPr>
            <a:lvl3pPr>
              <a:defRPr b="0" i="0">
                <a:solidFill>
                  <a:schemeClr val="bg1"/>
                </a:solidFill>
                <a:latin typeface="Arial" charset="0"/>
                <a:ea typeface="Arial" charset="0"/>
                <a:cs typeface="Arial" charset="0"/>
              </a:defRPr>
            </a:lvl3pPr>
            <a:lvl4pPr>
              <a:defRPr b="0" i="0">
                <a:solidFill>
                  <a:schemeClr val="bg1"/>
                </a:solidFill>
                <a:latin typeface="Arial" charset="0"/>
                <a:ea typeface="Arial" charset="0"/>
                <a:cs typeface="Arial" charset="0"/>
              </a:defRPr>
            </a:lvl4pPr>
            <a:lvl5pPr>
              <a:defRPr b="0" i="0">
                <a:solidFill>
                  <a:schemeClr val="bg1"/>
                </a:solidFill>
                <a:latin typeface="Arial" charset="0"/>
                <a:ea typeface="Arial" charset="0"/>
                <a:cs typeface="Arial" charset="0"/>
              </a:defRPr>
            </a:lvl5pPr>
          </a:lstStyle>
          <a:p>
            <a:pPr lvl="0"/>
            <a:r>
              <a:rPr lang="en-US"/>
              <a:t>Arial 28</a:t>
            </a:r>
          </a:p>
          <a:p>
            <a:pPr lvl="1"/>
            <a:r>
              <a:rPr lang="en-US"/>
              <a:t>Arial 24</a:t>
            </a:r>
          </a:p>
          <a:p>
            <a:pPr lvl="2"/>
            <a:r>
              <a:rPr lang="en-US"/>
              <a:t>Arial 20</a:t>
            </a:r>
          </a:p>
          <a:p>
            <a:pPr lvl="3"/>
            <a:r>
              <a:rPr lang="en-US"/>
              <a:t>Arial 18</a:t>
            </a:r>
          </a:p>
          <a:p>
            <a:pPr lvl="4"/>
            <a:r>
              <a:rPr lang="en-US"/>
              <a:t>Arial 18</a:t>
            </a:r>
          </a:p>
        </p:txBody>
      </p:sp>
      <p:sp>
        <p:nvSpPr>
          <p:cNvPr id="13" name="Footer Placeholder 4"/>
          <p:cNvSpPr>
            <a:spLocks noGrp="1"/>
          </p:cNvSpPr>
          <p:nvPr>
            <p:ph type="ftr" sz="quarter" idx="11"/>
          </p:nvPr>
        </p:nvSpPr>
        <p:spPr>
          <a:xfrm>
            <a:off x="4078224" y="6356350"/>
            <a:ext cx="4037076" cy="365125"/>
          </a:xfrm>
          <a:prstGeom prst="rect">
            <a:avLst/>
          </a:prstGeom>
        </p:spPr>
        <p:txBody>
          <a:bodyPr/>
          <a:lstStyle>
            <a:lvl1pPr algn="ctr">
              <a:defRPr sz="1400">
                <a:solidFill>
                  <a:schemeClr val="bg2">
                    <a:lumMod val="75000"/>
                  </a:schemeClr>
                </a:solidFill>
                <a:latin typeface="Arial" charset="0"/>
                <a:ea typeface="Arial" charset="0"/>
                <a:cs typeface="Arial" charset="0"/>
              </a:defRPr>
            </a:lvl1pPr>
          </a:lstStyle>
          <a:p>
            <a:r>
              <a:rPr lang="en-US"/>
              <a:t>[Click “View &gt; Header and Footer” to Edit]</a:t>
            </a:r>
          </a:p>
        </p:txBody>
      </p:sp>
    </p:spTree>
    <p:extLst>
      <p:ext uri="{BB962C8B-B14F-4D97-AF65-F5344CB8AC3E}">
        <p14:creationId xmlns:p14="http://schemas.microsoft.com/office/powerpoint/2010/main" val="1730179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Photo Sidebar">
    <p:spTree>
      <p:nvGrpSpPr>
        <p:cNvPr id="1" name=""/>
        <p:cNvGrpSpPr/>
        <p:nvPr/>
      </p:nvGrpSpPr>
      <p:grpSpPr>
        <a:xfrm>
          <a:off x="0" y="0"/>
          <a:ext cx="0" cy="0"/>
          <a:chOff x="0" y="0"/>
          <a:chExt cx="0" cy="0"/>
        </a:xfrm>
      </p:grpSpPr>
      <p:sp>
        <p:nvSpPr>
          <p:cNvPr id="14" name="Picture Placeholder 13"/>
          <p:cNvSpPr>
            <a:spLocks noGrp="1"/>
          </p:cNvSpPr>
          <p:nvPr>
            <p:ph type="pic" sz="quarter" idx="13"/>
          </p:nvPr>
        </p:nvSpPr>
        <p:spPr>
          <a:xfrm>
            <a:off x="8115300" y="0"/>
            <a:ext cx="4076700" cy="6210300"/>
          </a:xfrm>
          <a:prstGeom prst="rect">
            <a:avLst/>
          </a:prstGeom>
        </p:spPr>
        <p:txBody>
          <a:bodyPr/>
          <a:lstStyle/>
          <a:p>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61" y="0"/>
            <a:ext cx="12192001" cy="6858001"/>
          </a:xfrm>
          <a:prstGeom prst="rect">
            <a:avLst/>
          </a:prstGeom>
        </p:spPr>
      </p:pic>
      <p:sp>
        <p:nvSpPr>
          <p:cNvPr id="7" name="Title 1"/>
          <p:cNvSpPr>
            <a:spLocks noGrp="1"/>
          </p:cNvSpPr>
          <p:nvPr>
            <p:ph type="title" hasCustomPrompt="1"/>
          </p:nvPr>
        </p:nvSpPr>
        <p:spPr>
          <a:xfrm>
            <a:off x="762000" y="363537"/>
            <a:ext cx="6629400" cy="1325563"/>
          </a:xfrm>
          <a:prstGeom prst="rect">
            <a:avLst/>
          </a:prstGeom>
        </p:spPr>
        <p:txBody>
          <a:bodyPr>
            <a:normAutofit/>
          </a:bodyPr>
          <a:lstStyle>
            <a:lvl1pPr>
              <a:defRPr sz="4000" b="1" i="0">
                <a:solidFill>
                  <a:schemeClr val="bg1"/>
                </a:solidFill>
                <a:latin typeface="Arial" charset="0"/>
                <a:ea typeface="Arial" charset="0"/>
                <a:cs typeface="Arial" charset="0"/>
              </a:defRPr>
            </a:lvl1pPr>
          </a:lstStyle>
          <a:p>
            <a:r>
              <a:rPr lang="en-US"/>
              <a:t>Slide Header is </a:t>
            </a:r>
            <a:br>
              <a:rPr lang="en-US"/>
            </a:br>
            <a:r>
              <a:rPr lang="en-US"/>
              <a:t>Arial Bold 40</a:t>
            </a:r>
          </a:p>
        </p:txBody>
      </p:sp>
      <p:sp>
        <p:nvSpPr>
          <p:cNvPr id="8" name="Content Placeholder 2"/>
          <p:cNvSpPr>
            <a:spLocks noGrp="1"/>
          </p:cNvSpPr>
          <p:nvPr>
            <p:ph idx="1" hasCustomPrompt="1"/>
          </p:nvPr>
        </p:nvSpPr>
        <p:spPr>
          <a:xfrm>
            <a:off x="762000" y="1825625"/>
            <a:ext cx="6629400" cy="3445622"/>
          </a:xfrm>
          <a:prstGeom prst="rect">
            <a:avLst/>
          </a:prstGeom>
        </p:spPr>
        <p:txBody>
          <a:bodyPr/>
          <a:lstStyle>
            <a:lvl1pPr>
              <a:defRPr b="0" i="0">
                <a:solidFill>
                  <a:schemeClr val="bg1"/>
                </a:solidFill>
                <a:latin typeface="Arial" charset="0"/>
                <a:ea typeface="Arial" charset="0"/>
                <a:cs typeface="Arial" charset="0"/>
              </a:defRPr>
            </a:lvl1pPr>
            <a:lvl2pPr>
              <a:defRPr b="0" i="0">
                <a:solidFill>
                  <a:schemeClr val="bg1"/>
                </a:solidFill>
                <a:latin typeface="Arial" charset="0"/>
                <a:ea typeface="Arial" charset="0"/>
                <a:cs typeface="Arial" charset="0"/>
              </a:defRPr>
            </a:lvl2pPr>
            <a:lvl3pPr>
              <a:defRPr b="0" i="0">
                <a:solidFill>
                  <a:schemeClr val="bg1"/>
                </a:solidFill>
                <a:latin typeface="Arial" charset="0"/>
                <a:ea typeface="Arial" charset="0"/>
                <a:cs typeface="Arial" charset="0"/>
              </a:defRPr>
            </a:lvl3pPr>
            <a:lvl4pPr>
              <a:defRPr b="0" i="0">
                <a:solidFill>
                  <a:schemeClr val="bg1"/>
                </a:solidFill>
                <a:latin typeface="Arial" charset="0"/>
                <a:ea typeface="Arial" charset="0"/>
                <a:cs typeface="Arial" charset="0"/>
              </a:defRPr>
            </a:lvl4pPr>
            <a:lvl5pPr>
              <a:defRPr b="0" i="0">
                <a:solidFill>
                  <a:schemeClr val="bg1"/>
                </a:solidFill>
                <a:latin typeface="Arial" charset="0"/>
                <a:ea typeface="Arial" charset="0"/>
                <a:cs typeface="Arial" charset="0"/>
              </a:defRPr>
            </a:lvl5pPr>
          </a:lstStyle>
          <a:p>
            <a:pPr lvl="0"/>
            <a:r>
              <a:rPr lang="en-US"/>
              <a:t>Arial 28</a:t>
            </a:r>
          </a:p>
          <a:p>
            <a:pPr lvl="1"/>
            <a:r>
              <a:rPr lang="en-US"/>
              <a:t>Arial 24</a:t>
            </a:r>
          </a:p>
          <a:p>
            <a:pPr lvl="2"/>
            <a:r>
              <a:rPr lang="en-US"/>
              <a:t>Arial 20</a:t>
            </a:r>
          </a:p>
          <a:p>
            <a:pPr lvl="3"/>
            <a:r>
              <a:rPr lang="en-US"/>
              <a:t>Arial 18</a:t>
            </a:r>
          </a:p>
          <a:p>
            <a:pPr lvl="4"/>
            <a:r>
              <a:rPr lang="en-US"/>
              <a:t>Arial 18</a:t>
            </a:r>
          </a:p>
        </p:txBody>
      </p:sp>
      <p:sp>
        <p:nvSpPr>
          <p:cNvPr id="16" name="Date Placeholder 3"/>
          <p:cNvSpPr>
            <a:spLocks noGrp="1"/>
          </p:cNvSpPr>
          <p:nvPr>
            <p:ph type="dt" sz="half" idx="10"/>
          </p:nvPr>
        </p:nvSpPr>
        <p:spPr>
          <a:xfrm>
            <a:off x="2091018" y="6356350"/>
            <a:ext cx="1490382" cy="365125"/>
          </a:xfrm>
          <a:prstGeom prst="rect">
            <a:avLst/>
          </a:prstGeom>
        </p:spPr>
        <p:txBody>
          <a:bodyPr/>
          <a:lstStyle>
            <a:lvl1pPr>
              <a:defRPr sz="1400">
                <a:solidFill>
                  <a:schemeClr val="bg2">
                    <a:lumMod val="75000"/>
                  </a:schemeClr>
                </a:solidFill>
                <a:latin typeface="Arial" charset="0"/>
                <a:ea typeface="Arial" charset="0"/>
                <a:cs typeface="Arial" charset="0"/>
              </a:defRPr>
            </a:lvl1pPr>
          </a:lstStyle>
          <a:p>
            <a:fld id="{7836101D-EE4F-E14F-B986-E9B4B91F2B37}" type="datetime1">
              <a:rPr lang="en-US" smtClean="0"/>
              <a:pPr/>
              <a:t>6/1/21</a:t>
            </a:fld>
            <a:endParaRPr lang="en-US"/>
          </a:p>
        </p:txBody>
      </p:sp>
      <p:sp>
        <p:nvSpPr>
          <p:cNvPr id="17" name="Slide Number Placeholder 5"/>
          <p:cNvSpPr>
            <a:spLocks noGrp="1"/>
          </p:cNvSpPr>
          <p:nvPr>
            <p:ph type="sldNum" sz="quarter" idx="12"/>
          </p:nvPr>
        </p:nvSpPr>
        <p:spPr>
          <a:xfrm>
            <a:off x="8610600" y="6356350"/>
            <a:ext cx="2819400" cy="365125"/>
          </a:xfrm>
          <a:prstGeom prst="rect">
            <a:avLst/>
          </a:prstGeom>
        </p:spPr>
        <p:txBody>
          <a:bodyPr/>
          <a:lstStyle>
            <a:lvl1pPr algn="r">
              <a:defRPr sz="1400">
                <a:solidFill>
                  <a:schemeClr val="bg2">
                    <a:lumMod val="75000"/>
                  </a:schemeClr>
                </a:solidFill>
                <a:latin typeface="Arial" charset="0"/>
                <a:ea typeface="Arial" charset="0"/>
                <a:cs typeface="Arial" charset="0"/>
              </a:defRPr>
            </a:lvl1pPr>
          </a:lstStyle>
          <a:p>
            <a:fld id="{ACECC8D6-1311-6F42-B063-A331488CED07}" type="slidenum">
              <a:rPr lang="en-US" smtClean="0"/>
              <a:pPr/>
              <a:t>‹#›</a:t>
            </a:fld>
            <a:endParaRPr lang="en-US"/>
          </a:p>
        </p:txBody>
      </p:sp>
      <p:sp>
        <p:nvSpPr>
          <p:cNvPr id="9" name="Footer Placeholder 4"/>
          <p:cNvSpPr>
            <a:spLocks noGrp="1"/>
          </p:cNvSpPr>
          <p:nvPr>
            <p:ph type="ftr" sz="quarter" idx="11"/>
          </p:nvPr>
        </p:nvSpPr>
        <p:spPr>
          <a:xfrm>
            <a:off x="4078224" y="6356350"/>
            <a:ext cx="4037076" cy="365125"/>
          </a:xfrm>
          <a:prstGeom prst="rect">
            <a:avLst/>
          </a:prstGeom>
        </p:spPr>
        <p:txBody>
          <a:bodyPr/>
          <a:lstStyle>
            <a:lvl1pPr algn="ctr">
              <a:defRPr sz="1400">
                <a:solidFill>
                  <a:schemeClr val="bg2">
                    <a:lumMod val="75000"/>
                  </a:schemeClr>
                </a:solidFill>
                <a:latin typeface="Arial" charset="0"/>
                <a:ea typeface="Arial" charset="0"/>
                <a:cs typeface="Arial" charset="0"/>
              </a:defRPr>
            </a:lvl1pPr>
          </a:lstStyle>
          <a:p>
            <a:r>
              <a:rPr lang="en-US"/>
              <a:t>[Click “View &gt; Header and Footer” to Edit]</a:t>
            </a:r>
          </a:p>
        </p:txBody>
      </p:sp>
    </p:spTree>
    <p:extLst>
      <p:ext uri="{BB962C8B-B14F-4D97-AF65-F5344CB8AC3E}">
        <p14:creationId xmlns:p14="http://schemas.microsoft.com/office/powerpoint/2010/main" val="1665180652"/>
      </p:ext>
    </p:extLst>
  </p:cSld>
  <p:clrMapOvr>
    <a:masterClrMapping/>
  </p:clrMapOvr>
  <p:extLst>
    <p:ext uri="{DCECCB84-F9BA-43D5-87BE-67443E8EF086}">
      <p15:sldGuideLst xmlns:p15="http://schemas.microsoft.com/office/powerpoint/2012/main">
        <p15:guide id="2" pos="5112" userDrawn="1">
          <p15:clr>
            <a:srgbClr val="FBAE40"/>
          </p15:clr>
        </p15:guide>
        <p15:guide id="3" orient="horz" pos="391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Photo Header">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5556"/>
            <a:ext cx="12201877" cy="6863556"/>
          </a:xfrm>
          <a:prstGeom prst="rect">
            <a:avLst/>
          </a:prstGeom>
        </p:spPr>
      </p:pic>
      <p:sp>
        <p:nvSpPr>
          <p:cNvPr id="20" name="Picture Placeholder 19"/>
          <p:cNvSpPr>
            <a:spLocks noGrp="1"/>
          </p:cNvSpPr>
          <p:nvPr>
            <p:ph type="pic" sz="quarter" idx="13"/>
          </p:nvPr>
        </p:nvSpPr>
        <p:spPr>
          <a:xfrm>
            <a:off x="0" y="-4763"/>
            <a:ext cx="12192000" cy="2301956"/>
          </a:xfrm>
          <a:prstGeom prst="rect">
            <a:avLst/>
          </a:prstGeom>
        </p:spPr>
        <p:txBody>
          <a:bodyPr/>
          <a:lstStyle/>
          <a:p>
            <a:endParaRPr lang="en-US"/>
          </a:p>
        </p:txBody>
      </p:sp>
      <p:sp>
        <p:nvSpPr>
          <p:cNvPr id="12" name="Title 1"/>
          <p:cNvSpPr>
            <a:spLocks noGrp="1"/>
          </p:cNvSpPr>
          <p:nvPr>
            <p:ph type="title" hasCustomPrompt="1"/>
          </p:nvPr>
        </p:nvSpPr>
        <p:spPr>
          <a:xfrm>
            <a:off x="762000" y="2654462"/>
            <a:ext cx="10668000" cy="590183"/>
          </a:xfrm>
          <a:prstGeom prst="rect">
            <a:avLst/>
          </a:prstGeom>
        </p:spPr>
        <p:txBody>
          <a:bodyPr>
            <a:normAutofit/>
          </a:bodyPr>
          <a:lstStyle>
            <a:lvl1pPr>
              <a:defRPr sz="4000" b="1" i="0">
                <a:solidFill>
                  <a:schemeClr val="bg1"/>
                </a:solidFill>
                <a:latin typeface="Arial" charset="0"/>
                <a:ea typeface="Arial" charset="0"/>
                <a:cs typeface="Arial" charset="0"/>
              </a:defRPr>
            </a:lvl1pPr>
          </a:lstStyle>
          <a:p>
            <a:r>
              <a:rPr lang="en-US"/>
              <a:t>Slide Header is Arial Bold 40</a:t>
            </a:r>
          </a:p>
        </p:txBody>
      </p:sp>
      <p:sp>
        <p:nvSpPr>
          <p:cNvPr id="13" name="Content Placeholder 2"/>
          <p:cNvSpPr>
            <a:spLocks noGrp="1"/>
          </p:cNvSpPr>
          <p:nvPr>
            <p:ph idx="1" hasCustomPrompt="1"/>
          </p:nvPr>
        </p:nvSpPr>
        <p:spPr>
          <a:xfrm>
            <a:off x="762000" y="3382297"/>
            <a:ext cx="10668000" cy="1888949"/>
          </a:xfrm>
          <a:prstGeom prst="rect">
            <a:avLst/>
          </a:prstGeom>
        </p:spPr>
        <p:txBody>
          <a:bodyPr/>
          <a:lstStyle>
            <a:lvl1pPr>
              <a:defRPr b="0" i="0">
                <a:solidFill>
                  <a:schemeClr val="bg1"/>
                </a:solidFill>
                <a:latin typeface="Arial" charset="0"/>
                <a:ea typeface="Arial" charset="0"/>
                <a:cs typeface="Arial" charset="0"/>
              </a:defRPr>
            </a:lvl1pPr>
            <a:lvl2pPr>
              <a:defRPr b="0" i="0">
                <a:solidFill>
                  <a:schemeClr val="bg1"/>
                </a:solidFill>
                <a:latin typeface="Arial" charset="0"/>
                <a:ea typeface="Arial" charset="0"/>
                <a:cs typeface="Arial" charset="0"/>
              </a:defRPr>
            </a:lvl2pPr>
            <a:lvl3pPr>
              <a:defRPr b="0" i="0">
                <a:solidFill>
                  <a:schemeClr val="bg1"/>
                </a:solidFill>
                <a:latin typeface="Arial" charset="0"/>
                <a:ea typeface="Arial" charset="0"/>
                <a:cs typeface="Arial" charset="0"/>
              </a:defRPr>
            </a:lvl3pPr>
            <a:lvl4pPr>
              <a:defRPr b="0" i="0">
                <a:solidFill>
                  <a:schemeClr val="bg1"/>
                </a:solidFill>
                <a:latin typeface="Arial" charset="0"/>
                <a:ea typeface="Arial" charset="0"/>
                <a:cs typeface="Arial" charset="0"/>
              </a:defRPr>
            </a:lvl4pPr>
            <a:lvl5pPr>
              <a:defRPr b="0" i="0">
                <a:solidFill>
                  <a:schemeClr val="bg1"/>
                </a:solidFill>
                <a:latin typeface="Arial" charset="0"/>
                <a:ea typeface="Arial" charset="0"/>
                <a:cs typeface="Arial" charset="0"/>
              </a:defRPr>
            </a:lvl5pPr>
          </a:lstStyle>
          <a:p>
            <a:pPr lvl="0"/>
            <a:r>
              <a:rPr lang="en-US"/>
              <a:t>Arial 28</a:t>
            </a:r>
          </a:p>
          <a:p>
            <a:pPr lvl="1"/>
            <a:r>
              <a:rPr lang="en-US"/>
              <a:t>Arial 24</a:t>
            </a:r>
          </a:p>
          <a:p>
            <a:pPr lvl="2"/>
            <a:r>
              <a:rPr lang="en-US"/>
              <a:t>Arial 20</a:t>
            </a:r>
          </a:p>
          <a:p>
            <a:pPr lvl="3"/>
            <a:r>
              <a:rPr lang="en-US"/>
              <a:t>Arial 18</a:t>
            </a:r>
          </a:p>
          <a:p>
            <a:pPr lvl="4"/>
            <a:r>
              <a:rPr lang="en-US"/>
              <a:t>Arial 18</a:t>
            </a:r>
          </a:p>
        </p:txBody>
      </p:sp>
      <p:sp>
        <p:nvSpPr>
          <p:cNvPr id="17" name="Date Placeholder 3"/>
          <p:cNvSpPr>
            <a:spLocks noGrp="1"/>
          </p:cNvSpPr>
          <p:nvPr>
            <p:ph type="dt" sz="half" idx="10"/>
          </p:nvPr>
        </p:nvSpPr>
        <p:spPr>
          <a:xfrm>
            <a:off x="2091018" y="6356350"/>
            <a:ext cx="1490382" cy="365125"/>
          </a:xfrm>
          <a:prstGeom prst="rect">
            <a:avLst/>
          </a:prstGeom>
        </p:spPr>
        <p:txBody>
          <a:bodyPr/>
          <a:lstStyle>
            <a:lvl1pPr>
              <a:defRPr sz="1400">
                <a:solidFill>
                  <a:schemeClr val="bg2">
                    <a:lumMod val="75000"/>
                  </a:schemeClr>
                </a:solidFill>
                <a:latin typeface="Arial" charset="0"/>
                <a:ea typeface="Arial" charset="0"/>
                <a:cs typeface="Arial" charset="0"/>
              </a:defRPr>
            </a:lvl1pPr>
          </a:lstStyle>
          <a:p>
            <a:fld id="{7836101D-EE4F-E14F-B986-E9B4B91F2B37}" type="datetime1">
              <a:rPr lang="en-US" smtClean="0"/>
              <a:pPr/>
              <a:t>6/1/21</a:t>
            </a:fld>
            <a:endParaRPr lang="en-US"/>
          </a:p>
        </p:txBody>
      </p:sp>
      <p:sp>
        <p:nvSpPr>
          <p:cNvPr id="18" name="Slide Number Placeholder 5"/>
          <p:cNvSpPr>
            <a:spLocks noGrp="1"/>
          </p:cNvSpPr>
          <p:nvPr>
            <p:ph type="sldNum" sz="quarter" idx="12"/>
          </p:nvPr>
        </p:nvSpPr>
        <p:spPr>
          <a:xfrm>
            <a:off x="8610600" y="6356350"/>
            <a:ext cx="2819400" cy="365125"/>
          </a:xfrm>
          <a:prstGeom prst="rect">
            <a:avLst/>
          </a:prstGeom>
        </p:spPr>
        <p:txBody>
          <a:bodyPr/>
          <a:lstStyle>
            <a:lvl1pPr algn="r">
              <a:defRPr sz="1400">
                <a:solidFill>
                  <a:schemeClr val="bg2">
                    <a:lumMod val="75000"/>
                  </a:schemeClr>
                </a:solidFill>
                <a:latin typeface="Arial" charset="0"/>
                <a:ea typeface="Arial" charset="0"/>
                <a:cs typeface="Arial" charset="0"/>
              </a:defRPr>
            </a:lvl1pPr>
          </a:lstStyle>
          <a:p>
            <a:fld id="{ACECC8D6-1311-6F42-B063-A331488CED07}" type="slidenum">
              <a:rPr lang="en-US" smtClean="0"/>
              <a:pPr/>
              <a:t>‹#›</a:t>
            </a:fld>
            <a:endParaRPr lang="en-US"/>
          </a:p>
        </p:txBody>
      </p:sp>
      <p:sp>
        <p:nvSpPr>
          <p:cNvPr id="9" name="Footer Placeholder 4"/>
          <p:cNvSpPr>
            <a:spLocks noGrp="1"/>
          </p:cNvSpPr>
          <p:nvPr>
            <p:ph type="ftr" sz="quarter" idx="11"/>
          </p:nvPr>
        </p:nvSpPr>
        <p:spPr>
          <a:xfrm>
            <a:off x="4078224" y="6356350"/>
            <a:ext cx="4037076" cy="365125"/>
          </a:xfrm>
          <a:prstGeom prst="rect">
            <a:avLst/>
          </a:prstGeom>
        </p:spPr>
        <p:txBody>
          <a:bodyPr/>
          <a:lstStyle>
            <a:lvl1pPr algn="ctr">
              <a:defRPr sz="1400">
                <a:solidFill>
                  <a:schemeClr val="bg2">
                    <a:lumMod val="75000"/>
                  </a:schemeClr>
                </a:solidFill>
                <a:latin typeface="Arial" charset="0"/>
                <a:ea typeface="Arial" charset="0"/>
                <a:cs typeface="Arial" charset="0"/>
              </a:defRPr>
            </a:lvl1pPr>
          </a:lstStyle>
          <a:p>
            <a:r>
              <a:rPr lang="en-US"/>
              <a:t>[Click “View &gt; Header and Footer” to Edit]</a:t>
            </a:r>
          </a:p>
        </p:txBody>
      </p:sp>
    </p:spTree>
    <p:extLst>
      <p:ext uri="{BB962C8B-B14F-4D97-AF65-F5344CB8AC3E}">
        <p14:creationId xmlns:p14="http://schemas.microsoft.com/office/powerpoint/2010/main" val="49784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llage">
    <p:spTree>
      <p:nvGrpSpPr>
        <p:cNvPr id="1" name=""/>
        <p:cNvGrpSpPr/>
        <p:nvPr/>
      </p:nvGrpSpPr>
      <p:grpSpPr>
        <a:xfrm>
          <a:off x="0" y="0"/>
          <a:ext cx="0" cy="0"/>
          <a:chOff x="0" y="0"/>
          <a:chExt cx="0" cy="0"/>
        </a:xfrm>
      </p:grpSpPr>
      <p:sp>
        <p:nvSpPr>
          <p:cNvPr id="12" name="Picture Placeholder 13"/>
          <p:cNvSpPr>
            <a:spLocks noGrp="1"/>
          </p:cNvSpPr>
          <p:nvPr>
            <p:ph type="pic" sz="quarter" idx="13"/>
          </p:nvPr>
        </p:nvSpPr>
        <p:spPr>
          <a:xfrm>
            <a:off x="8115300" y="0"/>
            <a:ext cx="4076700" cy="6210300"/>
          </a:xfrm>
          <a:prstGeom prst="rect">
            <a:avLst/>
          </a:prstGeom>
        </p:spPr>
        <p:txBody>
          <a:bodyPr/>
          <a:lstStyle/>
          <a:p>
            <a:endParaRPr lang="en-US"/>
          </a:p>
        </p:txBody>
      </p:sp>
      <p:sp>
        <p:nvSpPr>
          <p:cNvPr id="13" name="Picture Placeholder 13"/>
          <p:cNvSpPr>
            <a:spLocks noGrp="1"/>
          </p:cNvSpPr>
          <p:nvPr>
            <p:ph type="pic" sz="quarter" idx="14"/>
          </p:nvPr>
        </p:nvSpPr>
        <p:spPr>
          <a:xfrm>
            <a:off x="4078224" y="0"/>
            <a:ext cx="4037076" cy="6210300"/>
          </a:xfrm>
          <a:prstGeom prst="rect">
            <a:avLst/>
          </a:prstGeom>
        </p:spPr>
        <p:txBody>
          <a:bodyPr/>
          <a:lstStyle/>
          <a:p>
            <a:endParaRPr lang="en-US"/>
          </a:p>
        </p:txBody>
      </p:sp>
      <p:sp>
        <p:nvSpPr>
          <p:cNvPr id="14" name="Picture Placeholder 13"/>
          <p:cNvSpPr>
            <a:spLocks noGrp="1"/>
          </p:cNvSpPr>
          <p:nvPr>
            <p:ph type="pic" sz="quarter" idx="15"/>
          </p:nvPr>
        </p:nvSpPr>
        <p:spPr>
          <a:xfrm>
            <a:off x="0" y="0"/>
            <a:ext cx="4078224" cy="6210300"/>
          </a:xfrm>
          <a:prstGeom prst="rect">
            <a:avLst/>
          </a:prstGeom>
        </p:spPr>
        <p:txBody>
          <a:bodyPr/>
          <a:lstStyle/>
          <a:p>
            <a:endParaRPr lang="en-US"/>
          </a:p>
        </p:txBody>
      </p:sp>
      <p:sp>
        <p:nvSpPr>
          <p:cNvPr id="17" name="Date Placeholder 3"/>
          <p:cNvSpPr>
            <a:spLocks noGrp="1"/>
          </p:cNvSpPr>
          <p:nvPr>
            <p:ph type="dt" sz="half" idx="10"/>
          </p:nvPr>
        </p:nvSpPr>
        <p:spPr>
          <a:xfrm>
            <a:off x="2091018" y="6356350"/>
            <a:ext cx="1490382" cy="365125"/>
          </a:xfrm>
          <a:prstGeom prst="rect">
            <a:avLst/>
          </a:prstGeom>
        </p:spPr>
        <p:txBody>
          <a:bodyPr/>
          <a:lstStyle>
            <a:lvl1pPr>
              <a:defRPr sz="1400">
                <a:solidFill>
                  <a:schemeClr val="bg2">
                    <a:lumMod val="75000"/>
                  </a:schemeClr>
                </a:solidFill>
                <a:latin typeface="Arial" charset="0"/>
                <a:ea typeface="Arial" charset="0"/>
                <a:cs typeface="Arial" charset="0"/>
              </a:defRPr>
            </a:lvl1pPr>
          </a:lstStyle>
          <a:p>
            <a:fld id="{7836101D-EE4F-E14F-B986-E9B4B91F2B37}" type="datetime1">
              <a:rPr lang="en-US" smtClean="0"/>
              <a:pPr/>
              <a:t>6/1/21</a:t>
            </a:fld>
            <a:endParaRPr lang="en-US"/>
          </a:p>
        </p:txBody>
      </p:sp>
      <p:sp>
        <p:nvSpPr>
          <p:cNvPr id="18" name="Slide Number Placeholder 5"/>
          <p:cNvSpPr>
            <a:spLocks noGrp="1"/>
          </p:cNvSpPr>
          <p:nvPr>
            <p:ph type="sldNum" sz="quarter" idx="12"/>
          </p:nvPr>
        </p:nvSpPr>
        <p:spPr>
          <a:xfrm>
            <a:off x="8610600" y="6356350"/>
            <a:ext cx="2819400" cy="365125"/>
          </a:xfrm>
          <a:prstGeom prst="rect">
            <a:avLst/>
          </a:prstGeom>
        </p:spPr>
        <p:txBody>
          <a:bodyPr/>
          <a:lstStyle>
            <a:lvl1pPr algn="r">
              <a:defRPr sz="1400">
                <a:solidFill>
                  <a:schemeClr val="bg2">
                    <a:lumMod val="75000"/>
                  </a:schemeClr>
                </a:solidFill>
                <a:latin typeface="Arial" charset="0"/>
                <a:ea typeface="Arial" charset="0"/>
                <a:cs typeface="Arial" charset="0"/>
              </a:defRPr>
            </a:lvl1pPr>
          </a:lstStyle>
          <a:p>
            <a:fld id="{ACECC8D6-1311-6F42-B063-A331488CED07}" type="slidenum">
              <a:rPr lang="en-US" smtClean="0"/>
              <a:pPr/>
              <a:t>‹#›</a:t>
            </a:fld>
            <a:endParaRPr lang="en-US"/>
          </a:p>
        </p:txBody>
      </p:sp>
      <p:sp>
        <p:nvSpPr>
          <p:cNvPr id="8" name="Footer Placeholder 4"/>
          <p:cNvSpPr>
            <a:spLocks noGrp="1"/>
          </p:cNvSpPr>
          <p:nvPr>
            <p:ph type="ftr" sz="quarter" idx="11"/>
          </p:nvPr>
        </p:nvSpPr>
        <p:spPr>
          <a:xfrm>
            <a:off x="4078224" y="6356350"/>
            <a:ext cx="4037076" cy="365125"/>
          </a:xfrm>
          <a:prstGeom prst="rect">
            <a:avLst/>
          </a:prstGeom>
        </p:spPr>
        <p:txBody>
          <a:bodyPr/>
          <a:lstStyle>
            <a:lvl1pPr algn="ctr">
              <a:defRPr sz="1400">
                <a:solidFill>
                  <a:schemeClr val="bg2">
                    <a:lumMod val="75000"/>
                  </a:schemeClr>
                </a:solidFill>
                <a:latin typeface="Arial" charset="0"/>
                <a:ea typeface="Arial" charset="0"/>
                <a:cs typeface="Arial" charset="0"/>
              </a:defRPr>
            </a:lvl1pPr>
          </a:lstStyle>
          <a:p>
            <a:r>
              <a:rPr lang="en-US"/>
              <a:t>[Click “View &gt; Header and Footer” to Edit]</a:t>
            </a:r>
          </a:p>
        </p:txBody>
      </p:sp>
    </p:spTree>
    <p:extLst>
      <p:ext uri="{BB962C8B-B14F-4D97-AF65-F5344CB8AC3E}">
        <p14:creationId xmlns:p14="http://schemas.microsoft.com/office/powerpoint/2010/main" val="1666009518"/>
      </p:ext>
    </p:extLst>
  </p:cSld>
  <p:clrMapOvr>
    <a:masterClrMapping/>
  </p:clrMapOvr>
  <p:extLst>
    <p:ext uri="{DCECCB84-F9BA-43D5-87BE-67443E8EF086}">
      <p15:sldGuideLst xmlns:p15="http://schemas.microsoft.com/office/powerpoint/2012/main">
        <p15:guide id="1" orient="horz" pos="3912"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054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3" r:id="rId5"/>
    <p:sldLayoutId id="2147483651" r:id="rId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95250" y="5104546"/>
            <a:ext cx="6113526" cy="1373070"/>
          </a:xfrm>
          <a:prstGeom prst="rect">
            <a:avLst/>
          </a:prstGeom>
        </p:spPr>
        <p:txBody>
          <a:bodyPr vert="horz" lIns="91440" tIns="45720" rIns="91440" bIns="45720" rtlCol="0" anchor="ctr">
            <a:noAutofit/>
          </a:bodyPr>
          <a:lstStyle>
            <a:lvl1pPr algn="r" defTabSz="914400" rtl="0" eaLnBrk="1" latinLnBrk="0" hangingPunct="1">
              <a:lnSpc>
                <a:spcPct val="90000"/>
              </a:lnSpc>
              <a:spcBef>
                <a:spcPct val="0"/>
              </a:spcBef>
              <a:buNone/>
              <a:defRPr sz="5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800" b="1" dirty="0">
                <a:solidFill>
                  <a:sysClr val="windowText" lastClr="000000"/>
                </a:solidFill>
                <a:latin typeface="Trebuchet MS" panose="020B0603020202020204"/>
              </a:rPr>
              <a:t>Forecasting monthly jobs growth</a:t>
            </a:r>
            <a:endParaRPr kumimoji="0" lang="en-US" sz="4800" b="1" i="0" u="none" strike="noStrike" kern="1200" cap="none" spc="0" normalizeH="0" baseline="0" noProof="0" dirty="0">
              <a:ln>
                <a:noFill/>
              </a:ln>
              <a:solidFill>
                <a:sysClr val="windowText" lastClr="000000"/>
              </a:solidFill>
              <a:effectLst/>
              <a:uLnTx/>
              <a:uFillTx/>
              <a:latin typeface="Trebuchet MS" panose="020B0603020202020204"/>
              <a:ea typeface="+mj-ea"/>
              <a:cs typeface="+mj-cs"/>
            </a:endParaRPr>
          </a:p>
        </p:txBody>
      </p:sp>
      <p:sp>
        <p:nvSpPr>
          <p:cNvPr id="9" name="Subtitle 2"/>
          <p:cNvSpPr txBox="1">
            <a:spLocks/>
          </p:cNvSpPr>
          <p:nvPr/>
        </p:nvSpPr>
        <p:spPr>
          <a:xfrm>
            <a:off x="5210175" y="5359929"/>
            <a:ext cx="6805156" cy="1117687"/>
          </a:xfrm>
          <a:prstGeom prst="rect">
            <a:avLst/>
          </a:prstGeom>
        </p:spPr>
        <p:txBody>
          <a:bodyPr vert="horz" lIns="91440" tIns="45720" rIns="91440" bIns="45720" rtlCol="0">
            <a:normAutofit fontScale="92500" lnSpcReduction="10000"/>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solidFill>
                <a:effectLst>
                  <a:outerShdw blurRad="228600" algn="ctr" rotWithShape="0">
                    <a:prstClr val="black">
                      <a:alpha val="53000"/>
                    </a:prstClr>
                  </a:outerShdw>
                </a:effectLst>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effectLst>
                  <a:outerShdw blurRad="228600" algn="ctr" rotWithShape="0">
                    <a:prstClr val="black">
                      <a:alpha val="53000"/>
                    </a:prstClr>
                  </a:outerShdw>
                </a:effectLst>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effectLst>
                  <a:outerShdw blurRad="228600" algn="ctr" rotWithShape="0">
                    <a:prstClr val="black">
                      <a:alpha val="53000"/>
                    </a:prstClr>
                  </a:outerShdw>
                </a:effectLst>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effectLst>
                  <a:outerShdw blurRad="228600" algn="ctr" rotWithShape="0">
                    <a:prstClr val="black">
                      <a:alpha val="53000"/>
                    </a:prstClr>
                  </a:outerShdw>
                </a:effectLst>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effectLst>
                  <a:outerShdw blurRad="228600" algn="ctr" rotWithShape="0">
                    <a:prstClr val="black">
                      <a:alpha val="53000"/>
                    </a:prstClr>
                  </a:outerShdw>
                </a:effectLst>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Trebuchet MS" panose="020B0603020202020204"/>
                <a:ea typeface="+mn-ea"/>
                <a:cs typeface="+mn-cs"/>
              </a:rPr>
              <a:t>MSCA31006 Time Series Analysis and Forecasting</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Trebuchet MS" panose="020B0603020202020204"/>
                <a:ea typeface="+mn-ea"/>
                <a:cs typeface="+mn-cs"/>
              </a:rPr>
              <a:t>Instructor : Arnab Bose, Ph.D.</a:t>
            </a:r>
          </a:p>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Trebuchet MS" panose="020B0603020202020204"/>
                <a:ea typeface="+mn-ea"/>
                <a:cs typeface="+mn-cs"/>
              </a:rPr>
              <a:t>Group 10 : Ross Cole, Connor O’Brien, </a:t>
            </a:r>
            <a:r>
              <a:rPr kumimoji="0" lang="en-US" sz="2000" b="0" i="0" u="none" strike="noStrike" kern="1200" cap="none" spc="0" normalizeH="0" baseline="0" noProof="0" dirty="0" err="1">
                <a:ln>
                  <a:noFill/>
                </a:ln>
                <a:solidFill>
                  <a:sysClr val="windowText" lastClr="000000"/>
                </a:solidFill>
                <a:effectLst>
                  <a:outerShdw blurRad="38100" dist="38100" dir="2700000" algn="tl">
                    <a:srgbClr val="000000">
                      <a:alpha val="43137"/>
                    </a:srgbClr>
                  </a:outerShdw>
                </a:effectLst>
                <a:uLnTx/>
                <a:uFillTx/>
                <a:latin typeface="Trebuchet MS" panose="020B0603020202020204"/>
                <a:ea typeface="+mn-ea"/>
                <a:cs typeface="+mn-cs"/>
              </a:rPr>
              <a:t>Zakir</a:t>
            </a:r>
            <a:r>
              <a:rPr kumimoji="0" lang="en-US" sz="20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Trebuchet MS" panose="020B0603020202020204"/>
                <a:ea typeface="+mn-ea"/>
                <a:cs typeface="+mn-cs"/>
              </a:rPr>
              <a:t> </a:t>
            </a:r>
            <a:r>
              <a:rPr kumimoji="0" lang="en-US" sz="2000" b="0" i="0" u="none" strike="noStrike" kern="1200" cap="none" spc="0" normalizeH="0" baseline="0" noProof="0" dirty="0" err="1">
                <a:ln>
                  <a:noFill/>
                </a:ln>
                <a:solidFill>
                  <a:sysClr val="windowText" lastClr="000000"/>
                </a:solidFill>
                <a:effectLst>
                  <a:outerShdw blurRad="38100" dist="38100" dir="2700000" algn="tl">
                    <a:srgbClr val="000000">
                      <a:alpha val="43137"/>
                    </a:srgbClr>
                  </a:outerShdw>
                </a:effectLst>
                <a:uLnTx/>
                <a:uFillTx/>
                <a:latin typeface="Trebuchet MS" panose="020B0603020202020204"/>
                <a:ea typeface="+mn-ea"/>
                <a:cs typeface="+mn-cs"/>
              </a:rPr>
              <a:t>Bekenov</a:t>
            </a:r>
            <a:endParaRPr kumimoji="0" lang="en-US" sz="20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Trebuchet MS" panose="020B0603020202020204"/>
              <a:ea typeface="+mn-ea"/>
              <a:cs typeface="+mn-cs"/>
            </a:endParaRPr>
          </a:p>
        </p:txBody>
      </p:sp>
    </p:spTree>
    <p:extLst>
      <p:ext uri="{BB962C8B-B14F-4D97-AF65-F5344CB8AC3E}">
        <p14:creationId xmlns:p14="http://schemas.microsoft.com/office/powerpoint/2010/main" val="2113142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63537"/>
            <a:ext cx="10668000" cy="376985"/>
          </a:xfrm>
        </p:spPr>
        <p:txBody>
          <a:bodyPr>
            <a:normAutofit fontScale="90000"/>
          </a:bodyPr>
          <a:lstStyle/>
          <a:p>
            <a:r>
              <a:rPr lang="en-US" sz="2400" dirty="0"/>
              <a:t>Grading Rubric &amp; Project Description</a:t>
            </a:r>
          </a:p>
        </p:txBody>
      </p:sp>
      <p:sp>
        <p:nvSpPr>
          <p:cNvPr id="3" name="Content Placeholder 2"/>
          <p:cNvSpPr>
            <a:spLocks noGrp="1"/>
          </p:cNvSpPr>
          <p:nvPr>
            <p:ph idx="1"/>
          </p:nvPr>
        </p:nvSpPr>
        <p:spPr>
          <a:xfrm>
            <a:off x="941832" y="2203704"/>
            <a:ext cx="4011168" cy="2820655"/>
          </a:xfrm>
        </p:spPr>
        <p:txBody>
          <a:bodyPr/>
          <a:lstStyle/>
          <a:p>
            <a:pPr marL="0" indent="0">
              <a:buNone/>
            </a:pPr>
            <a:r>
              <a:rPr lang="en-US" sz="1200" b="1" dirty="0"/>
              <a:t>The class project covers: </a:t>
            </a:r>
          </a:p>
          <a:p>
            <a:r>
              <a:rPr lang="en-US" sz="1200" dirty="0"/>
              <a:t>Choose a real-world time series data problem and a forecasting objective </a:t>
            </a:r>
          </a:p>
          <a:p>
            <a:r>
              <a:rPr lang="en-US" sz="1200" dirty="0"/>
              <a:t>Procure and analyze the time series data </a:t>
            </a:r>
          </a:p>
          <a:p>
            <a:r>
              <a:rPr lang="en-US" sz="1200" dirty="0"/>
              <a:t>Develop at a minimum 3 (if group = 3 students) or 4 (if group = 4 students) forecasting models </a:t>
            </a:r>
          </a:p>
          <a:p>
            <a:r>
              <a:rPr lang="en-US" sz="1200" dirty="0"/>
              <a:t>Select final model based on selection criteria </a:t>
            </a:r>
          </a:p>
          <a:p>
            <a:r>
              <a:rPr lang="en-US" sz="1200" dirty="0"/>
              <a:t>Evaluate forecasting metrics and accuracy </a:t>
            </a:r>
          </a:p>
          <a:p>
            <a:r>
              <a:rPr lang="en-US" sz="1200" dirty="0"/>
              <a:t>Determine how the model forecasting can be improved </a:t>
            </a:r>
          </a:p>
          <a:p>
            <a:r>
              <a:rPr lang="en-US" sz="1200" dirty="0"/>
              <a:t>Effectively communicate analytical work </a:t>
            </a:r>
          </a:p>
          <a:p>
            <a:pPr marL="0" indent="0">
              <a:buNone/>
            </a:pPr>
            <a:endParaRPr lang="en-US" sz="1200" dirty="0"/>
          </a:p>
        </p:txBody>
      </p:sp>
      <p:sp>
        <p:nvSpPr>
          <p:cNvPr id="4" name="Date Placeholder 3"/>
          <p:cNvSpPr>
            <a:spLocks noGrp="1"/>
          </p:cNvSpPr>
          <p:nvPr>
            <p:ph type="dt" sz="half" idx="10"/>
          </p:nvPr>
        </p:nvSpPr>
        <p:spPr/>
        <p:txBody>
          <a:bodyPr/>
          <a:lstStyle/>
          <a:p>
            <a:fld id="{7836101D-EE4F-E14F-B986-E9B4B91F2B37}" type="datetime1">
              <a:rPr lang="en-US" smtClean="0"/>
              <a:pPr/>
              <a:t>6/1/21</a:t>
            </a:fld>
            <a:endParaRPr lang="en-US"/>
          </a:p>
        </p:txBody>
      </p:sp>
      <p:sp>
        <p:nvSpPr>
          <p:cNvPr id="5" name="Slide Number Placeholder 4"/>
          <p:cNvSpPr>
            <a:spLocks noGrp="1"/>
          </p:cNvSpPr>
          <p:nvPr>
            <p:ph type="sldNum" sz="quarter" idx="12"/>
          </p:nvPr>
        </p:nvSpPr>
        <p:spPr/>
        <p:txBody>
          <a:bodyPr/>
          <a:lstStyle/>
          <a:p>
            <a:fld id="{ACECC8D6-1311-6F42-B063-A331488CED07}" type="slidenum">
              <a:rPr lang="en-US" smtClean="0"/>
              <a:pPr/>
              <a:t>1</a:t>
            </a:fld>
            <a:endParaRPr lang="en-US"/>
          </a:p>
        </p:txBody>
      </p:sp>
      <p:sp>
        <p:nvSpPr>
          <p:cNvPr id="6" name="Footer Placeholder 5"/>
          <p:cNvSpPr>
            <a:spLocks noGrp="1"/>
          </p:cNvSpPr>
          <p:nvPr>
            <p:ph type="ftr" sz="quarter" idx="11"/>
          </p:nvPr>
        </p:nvSpPr>
        <p:spPr/>
        <p:txBody>
          <a:bodyPr/>
          <a:lstStyle/>
          <a:p>
            <a:r>
              <a:rPr lang="en-US"/>
              <a:t>[Click “View &gt; Header and Footer” to Edit]</a:t>
            </a:r>
          </a:p>
        </p:txBody>
      </p:sp>
      <p:sp>
        <p:nvSpPr>
          <p:cNvPr id="7" name="Content Placeholder 2"/>
          <p:cNvSpPr txBox="1">
            <a:spLocks/>
          </p:cNvSpPr>
          <p:nvPr/>
        </p:nvSpPr>
        <p:spPr>
          <a:xfrm>
            <a:off x="5897880" y="1090366"/>
            <a:ext cx="4011168" cy="4140002"/>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b="0" i="0" kern="1200" baseline="0">
                <a:solidFill>
                  <a:schemeClr val="tx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200" dirty="0"/>
              <a:t>For the class project, students are graded on 8 criteria outlined below. Each criterion is 5 points for a total of 40 points. </a:t>
            </a:r>
          </a:p>
          <a:p>
            <a:pPr marL="0" indent="0">
              <a:buNone/>
            </a:pPr>
            <a:endParaRPr lang="en-US" sz="1200" b="1" dirty="0"/>
          </a:p>
          <a:p>
            <a:pPr marL="0" indent="0">
              <a:buNone/>
            </a:pPr>
            <a:r>
              <a:rPr lang="en-US" sz="1200" b="1" dirty="0"/>
              <a:t>The criteria are: </a:t>
            </a:r>
          </a:p>
          <a:p>
            <a:pPr>
              <a:buFont typeface="+mj-lt"/>
              <a:buAutoNum type="arabicPeriod"/>
            </a:pPr>
            <a:r>
              <a:rPr lang="en-US" sz="1200" dirty="0"/>
              <a:t>Presentation </a:t>
            </a:r>
          </a:p>
          <a:p>
            <a:pPr>
              <a:buFont typeface="+mj-lt"/>
              <a:buAutoNum type="arabicPeriod"/>
            </a:pPr>
            <a:r>
              <a:rPr lang="en-US" sz="1200" dirty="0"/>
              <a:t>Problem statement </a:t>
            </a:r>
          </a:p>
          <a:p>
            <a:pPr>
              <a:buFont typeface="+mj-lt"/>
              <a:buAutoNum type="arabicPeriod"/>
            </a:pPr>
            <a:r>
              <a:rPr lang="en-US" sz="1200" dirty="0"/>
              <a:t>Assumptions/Hypotheses about data and/or modeling </a:t>
            </a:r>
          </a:p>
          <a:p>
            <a:pPr>
              <a:buFont typeface="+mj-lt"/>
              <a:buAutoNum type="arabicPeriod"/>
            </a:pPr>
            <a:r>
              <a:rPr lang="en-US" sz="1200" dirty="0"/>
              <a:t>Data properties (stationarity, correlations, data distribution) and Exploratory data analysis </a:t>
            </a:r>
          </a:p>
          <a:p>
            <a:pPr>
              <a:buFont typeface="+mj-lt"/>
              <a:buAutoNum type="arabicPeriod"/>
            </a:pPr>
            <a:r>
              <a:rPr lang="en-US" sz="1200" dirty="0"/>
              <a:t>Data processing (anomaly detection, cleansing and imputations) and transformations </a:t>
            </a:r>
          </a:p>
          <a:p>
            <a:pPr>
              <a:buFont typeface="+mj-lt"/>
              <a:buAutoNum type="arabicPeriod"/>
            </a:pPr>
            <a:r>
              <a:rPr lang="en-US" sz="1200" dirty="0"/>
              <a:t>Feature engineering </a:t>
            </a:r>
          </a:p>
          <a:p>
            <a:pPr>
              <a:buFont typeface="+mj-lt"/>
              <a:buAutoNum type="arabicPeriod"/>
            </a:pPr>
            <a:r>
              <a:rPr lang="en-US" sz="1200" dirty="0"/>
              <a:t>Proposed approaches (models) with selected model – justification and trade-offs, if any </a:t>
            </a:r>
          </a:p>
          <a:p>
            <a:pPr>
              <a:buFont typeface="+mj-lt"/>
              <a:buAutoNum type="arabicPeriod"/>
            </a:pPr>
            <a:r>
              <a:rPr lang="en-US" sz="1200" dirty="0"/>
              <a:t>Results (accuracy) and future work</a:t>
            </a:r>
          </a:p>
          <a:p>
            <a:pPr>
              <a:buFont typeface="+mj-lt"/>
              <a:buAutoNum type="arabicPeriod"/>
            </a:pPr>
            <a:endParaRPr lang="en-US" sz="1200" dirty="0"/>
          </a:p>
          <a:p>
            <a:pPr marL="0" indent="0">
              <a:buNone/>
            </a:pPr>
            <a:endParaRPr lang="en-US" sz="1200" dirty="0"/>
          </a:p>
        </p:txBody>
      </p:sp>
      <p:sp>
        <p:nvSpPr>
          <p:cNvPr id="8" name="TextBox 7"/>
          <p:cNvSpPr txBox="1"/>
          <p:nvPr/>
        </p:nvSpPr>
        <p:spPr>
          <a:xfrm>
            <a:off x="941832" y="1122210"/>
            <a:ext cx="4011168" cy="830997"/>
          </a:xfrm>
          <a:prstGeom prst="rect">
            <a:avLst/>
          </a:prstGeom>
          <a:noFill/>
        </p:spPr>
        <p:txBody>
          <a:bodyPr wrap="square" rtlCol="0">
            <a:spAutoFit/>
          </a:bodyPr>
          <a:lstStyle/>
          <a:p>
            <a:r>
              <a:rPr lang="en-US" sz="1200" dirty="0"/>
              <a:t>The purpose of the project is to test the students’ ability to apply the time series methodologies and tools presented in the class to diverse practical problems and interpret the results. </a:t>
            </a:r>
          </a:p>
        </p:txBody>
      </p:sp>
    </p:spTree>
    <p:extLst>
      <p:ext uri="{BB962C8B-B14F-4D97-AF65-F5344CB8AC3E}">
        <p14:creationId xmlns:p14="http://schemas.microsoft.com/office/powerpoint/2010/main" val="2689148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2800" dirty="0"/>
              <a:t>Problem statement</a:t>
            </a:r>
          </a:p>
        </p:txBody>
      </p:sp>
      <p:sp>
        <p:nvSpPr>
          <p:cNvPr id="4" name="Content Placeholder 3"/>
          <p:cNvSpPr>
            <a:spLocks noGrp="1"/>
          </p:cNvSpPr>
          <p:nvPr>
            <p:ph idx="1"/>
          </p:nvPr>
        </p:nvSpPr>
        <p:spPr>
          <a:xfrm>
            <a:off x="762000" y="983456"/>
            <a:ext cx="6800850" cy="2432796"/>
          </a:xfrm>
        </p:spPr>
        <p:txBody>
          <a:bodyPr/>
          <a:lstStyle/>
          <a:p>
            <a:pPr marL="0" indent="0">
              <a:buNone/>
            </a:pPr>
            <a:r>
              <a:rPr lang="en-US" sz="1600" dirty="0"/>
              <a:t>On the first Friday of each month, the Bureau of Labor Statistics (BLS) releases employment, or jobs numbers, for the previous month</a:t>
            </a:r>
          </a:p>
          <a:p>
            <a:pPr marL="0" indent="0">
              <a:buNone/>
            </a:pPr>
            <a:r>
              <a:rPr lang="en-US" sz="1600" dirty="0"/>
              <a:t>These numbers are critical in assessing the state of the economy and researchers often try to forecast what the job numbers will be </a:t>
            </a:r>
            <a:r>
              <a:rPr lang="en-US" sz="1600" i="1" dirty="0"/>
              <a:t>in the future</a:t>
            </a:r>
            <a:r>
              <a:rPr lang="en-US" sz="1600" dirty="0"/>
              <a:t>. </a:t>
            </a:r>
          </a:p>
          <a:p>
            <a:pPr marL="0" indent="0">
              <a:buNone/>
            </a:pPr>
            <a:r>
              <a:rPr lang="en-US" sz="1600" dirty="0"/>
              <a:t>Such information is used by policy makers in assessing where the economy </a:t>
            </a:r>
            <a:r>
              <a:rPr lang="en-US" sz="1600" i="1" dirty="0"/>
              <a:t>will</a:t>
            </a:r>
            <a:r>
              <a:rPr lang="en-US" sz="1600" dirty="0"/>
              <a:t> be, and by other entities such as hedge funds and other financial institutions in trading.</a:t>
            </a:r>
          </a:p>
          <a:p>
            <a:pPr marL="0" indent="0">
              <a:buNone/>
            </a:pPr>
            <a:r>
              <a:rPr lang="en-US" sz="1600" dirty="0"/>
              <a:t>This problem has been further complicated by the pandemic – the lowest jobs growth since the great depression</a:t>
            </a:r>
          </a:p>
        </p:txBody>
      </p:sp>
      <p:sp>
        <p:nvSpPr>
          <p:cNvPr id="5" name="Date Placeholder 4"/>
          <p:cNvSpPr>
            <a:spLocks noGrp="1"/>
          </p:cNvSpPr>
          <p:nvPr>
            <p:ph type="dt" sz="half" idx="10"/>
          </p:nvPr>
        </p:nvSpPr>
        <p:spPr/>
        <p:txBody>
          <a:body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p:txBody>
          <a:bodyPr/>
          <a:lstStyle/>
          <a:p>
            <a:fld id="{ACECC8D6-1311-6F42-B063-A331488CED07}" type="slidenum">
              <a:rPr lang="en-US" smtClean="0"/>
              <a:pPr/>
              <a:t>2</a:t>
            </a:fld>
            <a:endParaRPr lang="en-US"/>
          </a:p>
        </p:txBody>
      </p:sp>
      <p:sp>
        <p:nvSpPr>
          <p:cNvPr id="7" name="Footer Placeholder 6"/>
          <p:cNvSpPr>
            <a:spLocks noGrp="1"/>
          </p:cNvSpPr>
          <p:nvPr>
            <p:ph type="ftr" sz="quarter" idx="11"/>
          </p:nvPr>
        </p:nvSpPr>
        <p:spPr/>
        <p:txBody>
          <a:bodyPr/>
          <a:lstStyle/>
          <a:p>
            <a:r>
              <a:rPr lang="en-US"/>
              <a:t>[Click “View &gt; Header and Footer” to Edit]</a:t>
            </a:r>
          </a:p>
        </p:txBody>
      </p:sp>
      <p:sp>
        <p:nvSpPr>
          <p:cNvPr id="8" name="TextBox 7"/>
          <p:cNvSpPr txBox="1"/>
          <p:nvPr/>
        </p:nvSpPr>
        <p:spPr>
          <a:xfrm>
            <a:off x="8458200" y="363537"/>
            <a:ext cx="3362325" cy="2462213"/>
          </a:xfrm>
          <a:prstGeom prst="rect">
            <a:avLst/>
          </a:prstGeom>
          <a:noFill/>
        </p:spPr>
        <p:txBody>
          <a:bodyPr wrap="square" rtlCol="0">
            <a:spAutoFit/>
          </a:bodyPr>
          <a:lstStyle/>
          <a:p>
            <a:r>
              <a:rPr lang="en-US" sz="1400" dirty="0"/>
              <a:t>We test three separate models and assess how each performs historically (i.e., pre-pandemic) and currently</a:t>
            </a:r>
          </a:p>
          <a:p>
            <a:endParaRPr lang="en-US" sz="1400" dirty="0"/>
          </a:p>
          <a:p>
            <a:pPr marL="342900" indent="-342900">
              <a:buAutoNum type="arabicPeriod"/>
            </a:pPr>
            <a:r>
              <a:rPr lang="en-US" sz="1400" dirty="0"/>
              <a:t>Statistical model:</a:t>
            </a:r>
          </a:p>
          <a:p>
            <a:pPr marL="342900" indent="-342900">
              <a:buAutoNum type="arabicPeriod"/>
            </a:pPr>
            <a:r>
              <a:rPr lang="en-US" sz="1400" dirty="0"/>
              <a:t>Curve-fitting model:</a:t>
            </a:r>
          </a:p>
          <a:p>
            <a:pPr marL="342900" indent="-342900">
              <a:buAutoNum type="arabicPeriod"/>
            </a:pPr>
            <a:r>
              <a:rPr lang="en-US" sz="1400" dirty="0"/>
              <a:t>Deep learning model:</a:t>
            </a:r>
          </a:p>
          <a:p>
            <a:endParaRPr lang="en-US" sz="1400" dirty="0"/>
          </a:p>
          <a:p>
            <a:endParaRPr lang="en-US" sz="1400" dirty="0"/>
          </a:p>
          <a:p>
            <a:endParaRPr lang="en-US" sz="1400" dirty="0"/>
          </a:p>
          <a:p>
            <a:endParaRPr lang="en-US" sz="1400" dirty="0"/>
          </a:p>
        </p:txBody>
      </p:sp>
      <p:pic>
        <p:nvPicPr>
          <p:cNvPr id="9" name="Picture 8"/>
          <p:cNvPicPr>
            <a:picLocks noChangeAspect="1"/>
          </p:cNvPicPr>
          <p:nvPr/>
        </p:nvPicPr>
        <p:blipFill>
          <a:blip r:embed="rId2"/>
          <a:stretch>
            <a:fillRect/>
          </a:stretch>
        </p:blipFill>
        <p:spPr>
          <a:xfrm>
            <a:off x="2091018" y="3717131"/>
            <a:ext cx="5205132" cy="2140386"/>
          </a:xfrm>
          <a:prstGeom prst="rect">
            <a:avLst/>
          </a:prstGeom>
        </p:spPr>
      </p:pic>
    </p:spTree>
    <p:extLst>
      <p:ext uri="{BB962C8B-B14F-4D97-AF65-F5344CB8AC3E}">
        <p14:creationId xmlns:p14="http://schemas.microsoft.com/office/powerpoint/2010/main" val="902642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1999" y="363537"/>
            <a:ext cx="7353301" cy="619919"/>
          </a:xfrm>
        </p:spPr>
        <p:txBody>
          <a:bodyPr>
            <a:normAutofit/>
          </a:bodyPr>
          <a:lstStyle/>
          <a:p>
            <a:r>
              <a:rPr lang="en-US" sz="2800" dirty="0"/>
              <a:t>Assumptions &amp; Hypotheses about Data</a:t>
            </a:r>
          </a:p>
        </p:txBody>
      </p:sp>
      <p:sp>
        <p:nvSpPr>
          <p:cNvPr id="4" name="Content Placeholder 3"/>
          <p:cNvSpPr>
            <a:spLocks noGrp="1"/>
          </p:cNvSpPr>
          <p:nvPr>
            <p:ph idx="1"/>
          </p:nvPr>
        </p:nvSpPr>
        <p:spPr>
          <a:xfrm>
            <a:off x="762000" y="983456"/>
            <a:ext cx="6800850" cy="4674394"/>
          </a:xfrm>
        </p:spPr>
        <p:txBody>
          <a:bodyPr/>
          <a:lstStyle/>
          <a:p>
            <a:r>
              <a:rPr lang="en-US" sz="2400" dirty="0"/>
              <a:t>Many factors determine employment in a given month</a:t>
            </a:r>
          </a:p>
          <a:p>
            <a:r>
              <a:rPr lang="en-US" sz="2400" dirty="0"/>
              <a:t>One of the most important is where we are in the business cycle (i.e., are we in a recession?) </a:t>
            </a:r>
          </a:p>
          <a:p>
            <a:pPr lvl="1"/>
            <a:r>
              <a:rPr lang="en-US" sz="1800" dirty="0"/>
              <a:t>Recessions are cyclical, but don’t have a specific periodicity</a:t>
            </a:r>
          </a:p>
          <a:p>
            <a:r>
              <a:rPr lang="en-US" sz="2400" dirty="0"/>
              <a:t>Thus, a curve fitting model might be most suitable – STL – where every cycle may not have the same period.</a:t>
            </a:r>
          </a:p>
        </p:txBody>
      </p:sp>
      <p:sp>
        <p:nvSpPr>
          <p:cNvPr id="5" name="Date Placeholder 4"/>
          <p:cNvSpPr>
            <a:spLocks noGrp="1"/>
          </p:cNvSpPr>
          <p:nvPr>
            <p:ph type="dt" sz="half" idx="10"/>
          </p:nvPr>
        </p:nvSpPr>
        <p:spPr/>
        <p:txBody>
          <a:body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p:txBody>
          <a:bodyPr/>
          <a:lstStyle/>
          <a:p>
            <a:fld id="{ACECC8D6-1311-6F42-B063-A331488CED07}" type="slidenum">
              <a:rPr lang="en-US" smtClean="0"/>
              <a:pPr/>
              <a:t>3</a:t>
            </a:fld>
            <a:endParaRPr lang="en-US"/>
          </a:p>
        </p:txBody>
      </p:sp>
      <p:sp>
        <p:nvSpPr>
          <p:cNvPr id="7" name="Footer Placeholder 6"/>
          <p:cNvSpPr>
            <a:spLocks noGrp="1"/>
          </p:cNvSpPr>
          <p:nvPr>
            <p:ph type="ftr" sz="quarter" idx="11"/>
          </p:nvPr>
        </p:nvSpPr>
        <p:spPr/>
        <p:txBody>
          <a:bodyPr/>
          <a:lstStyle/>
          <a:p>
            <a:r>
              <a:rPr lang="en-US"/>
              <a:t>[Click “View &gt; Header and Footer” to Edit]</a:t>
            </a:r>
          </a:p>
        </p:txBody>
      </p:sp>
      <p:pic>
        <p:nvPicPr>
          <p:cNvPr id="2" name="Picture 1"/>
          <p:cNvPicPr>
            <a:picLocks noChangeAspect="1"/>
          </p:cNvPicPr>
          <p:nvPr/>
        </p:nvPicPr>
        <p:blipFill>
          <a:blip r:embed="rId2"/>
          <a:stretch>
            <a:fillRect/>
          </a:stretch>
        </p:blipFill>
        <p:spPr>
          <a:xfrm>
            <a:off x="8491537" y="295274"/>
            <a:ext cx="3193234" cy="2638425"/>
          </a:xfrm>
          <a:prstGeom prst="rect">
            <a:avLst/>
          </a:prstGeom>
        </p:spPr>
      </p:pic>
      <p:pic>
        <p:nvPicPr>
          <p:cNvPr id="10" name="Picture 9"/>
          <p:cNvPicPr>
            <a:picLocks noChangeAspect="1"/>
          </p:cNvPicPr>
          <p:nvPr/>
        </p:nvPicPr>
        <p:blipFill>
          <a:blip r:embed="rId3"/>
          <a:stretch>
            <a:fillRect/>
          </a:stretch>
        </p:blipFill>
        <p:spPr>
          <a:xfrm>
            <a:off x="8208146" y="3743325"/>
            <a:ext cx="3476625" cy="2019300"/>
          </a:xfrm>
          <a:prstGeom prst="rect">
            <a:avLst/>
          </a:prstGeom>
        </p:spPr>
      </p:pic>
    </p:spTree>
    <p:extLst>
      <p:ext uri="{BB962C8B-B14F-4D97-AF65-F5344CB8AC3E}">
        <p14:creationId xmlns:p14="http://schemas.microsoft.com/office/powerpoint/2010/main" val="230664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724" y="289803"/>
            <a:ext cx="8524876" cy="619919"/>
          </a:xfrm>
        </p:spPr>
        <p:txBody>
          <a:bodyPr>
            <a:normAutofit fontScale="90000"/>
          </a:bodyPr>
          <a:lstStyle/>
          <a:p>
            <a:r>
              <a:rPr lang="en-US" sz="2800" dirty="0"/>
              <a:t>Data properties, processing &amp; Feature engineering</a:t>
            </a:r>
          </a:p>
        </p:txBody>
      </p:sp>
      <p:sp>
        <p:nvSpPr>
          <p:cNvPr id="4" name="Content Placeholder 3"/>
          <p:cNvSpPr>
            <a:spLocks noGrp="1"/>
          </p:cNvSpPr>
          <p:nvPr>
            <p:ph idx="1"/>
          </p:nvPr>
        </p:nvSpPr>
        <p:spPr>
          <a:xfrm>
            <a:off x="762000" y="983456"/>
            <a:ext cx="6800850" cy="4674394"/>
          </a:xfrm>
        </p:spPr>
        <p:txBody>
          <a:bodyPr/>
          <a:lstStyle/>
          <a:p>
            <a:r>
              <a:rPr lang="en-US" sz="2400" dirty="0"/>
              <a:t>We pull all of the necessary data from FRED</a:t>
            </a:r>
          </a:p>
          <a:p>
            <a:pPr lvl="1"/>
            <a:r>
              <a:rPr lang="en-US" sz="2000" dirty="0"/>
              <a:t>The Federal Reserve Bank of St. Louis’ widely used data base and API</a:t>
            </a:r>
          </a:p>
          <a:p>
            <a:r>
              <a:rPr lang="en-US" dirty="0"/>
              <a:t>The </a:t>
            </a:r>
            <a:r>
              <a:rPr lang="en-US" i="1" dirty="0"/>
              <a:t>level </a:t>
            </a:r>
            <a:r>
              <a:rPr lang="en-US" dirty="0"/>
              <a:t>of employment is clearly non-stationary</a:t>
            </a:r>
          </a:p>
          <a:p>
            <a:pPr lvl="1"/>
            <a:r>
              <a:rPr lang="en-US" dirty="0"/>
              <a:t>Strong upward drift</a:t>
            </a:r>
          </a:p>
          <a:p>
            <a:pPr lvl="1"/>
            <a:r>
              <a:rPr lang="en-US" dirty="0"/>
              <a:t>Seasonal component</a:t>
            </a:r>
          </a:p>
          <a:p>
            <a:pPr lvl="1"/>
            <a:r>
              <a:rPr lang="en-US" dirty="0"/>
              <a:t>Cyclical component – where cycles are of undefined periodicity</a:t>
            </a:r>
          </a:p>
          <a:p>
            <a:r>
              <a:rPr lang="en-US" sz="2400" dirty="0"/>
              <a:t>But the first difference &amp; log first difference are stationary</a:t>
            </a:r>
          </a:p>
          <a:p>
            <a:endParaRPr lang="en-US" sz="2400" dirty="0"/>
          </a:p>
        </p:txBody>
      </p:sp>
      <p:sp>
        <p:nvSpPr>
          <p:cNvPr id="5" name="Date Placeholder 4"/>
          <p:cNvSpPr>
            <a:spLocks noGrp="1"/>
          </p:cNvSpPr>
          <p:nvPr>
            <p:ph type="dt" sz="half" idx="10"/>
          </p:nvPr>
        </p:nvSpPr>
        <p:spPr/>
        <p:txBody>
          <a:body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p:txBody>
          <a:bodyPr/>
          <a:lstStyle/>
          <a:p>
            <a:fld id="{ACECC8D6-1311-6F42-B063-A331488CED07}" type="slidenum">
              <a:rPr lang="en-US" smtClean="0"/>
              <a:pPr/>
              <a:t>4</a:t>
            </a:fld>
            <a:endParaRPr lang="en-US"/>
          </a:p>
        </p:txBody>
      </p:sp>
      <p:sp>
        <p:nvSpPr>
          <p:cNvPr id="7" name="Footer Placeholder 6"/>
          <p:cNvSpPr>
            <a:spLocks noGrp="1"/>
          </p:cNvSpPr>
          <p:nvPr>
            <p:ph type="ftr" sz="quarter" idx="11"/>
          </p:nvPr>
        </p:nvSpPr>
        <p:spPr/>
        <p:txBody>
          <a:bodyPr/>
          <a:lstStyle/>
          <a:p>
            <a:r>
              <a:rPr lang="en-US"/>
              <a:t>[Click “View &gt; Header and Footer” to Edit]</a:t>
            </a:r>
          </a:p>
        </p:txBody>
      </p:sp>
      <p:sp>
        <p:nvSpPr>
          <p:cNvPr id="8" name="TextBox 7"/>
          <p:cNvSpPr txBox="1"/>
          <p:nvPr/>
        </p:nvSpPr>
        <p:spPr>
          <a:xfrm>
            <a:off x="8458200" y="363537"/>
            <a:ext cx="3362325" cy="523220"/>
          </a:xfrm>
          <a:prstGeom prst="rect">
            <a:avLst/>
          </a:prstGeom>
          <a:noFill/>
        </p:spPr>
        <p:txBody>
          <a:bodyPr wrap="square" rtlCol="0">
            <a:spAutoFit/>
          </a:bodyPr>
          <a:lstStyle/>
          <a:p>
            <a:endParaRPr lang="en-US" sz="1400" dirty="0"/>
          </a:p>
          <a:p>
            <a:endParaRPr lang="en-US" sz="1400" dirty="0"/>
          </a:p>
        </p:txBody>
      </p:sp>
      <p:pic>
        <p:nvPicPr>
          <p:cNvPr id="2" name="Picture 1"/>
          <p:cNvPicPr>
            <a:picLocks noChangeAspect="1"/>
          </p:cNvPicPr>
          <p:nvPr/>
        </p:nvPicPr>
        <p:blipFill>
          <a:blip r:embed="rId2"/>
          <a:stretch>
            <a:fillRect/>
          </a:stretch>
        </p:blipFill>
        <p:spPr>
          <a:xfrm>
            <a:off x="8610600" y="269845"/>
            <a:ext cx="2628900" cy="1123950"/>
          </a:xfrm>
          <a:prstGeom prst="rect">
            <a:avLst/>
          </a:prstGeom>
        </p:spPr>
      </p:pic>
      <p:pic>
        <p:nvPicPr>
          <p:cNvPr id="9" name="Picture 8"/>
          <p:cNvPicPr>
            <a:picLocks noChangeAspect="1"/>
          </p:cNvPicPr>
          <p:nvPr/>
        </p:nvPicPr>
        <p:blipFill>
          <a:blip r:embed="rId3"/>
          <a:stretch>
            <a:fillRect/>
          </a:stretch>
        </p:blipFill>
        <p:spPr>
          <a:xfrm>
            <a:off x="8125439" y="3320653"/>
            <a:ext cx="3789721" cy="2762387"/>
          </a:xfrm>
          <a:prstGeom prst="rect">
            <a:avLst/>
          </a:prstGeom>
        </p:spPr>
      </p:pic>
      <p:pic>
        <p:nvPicPr>
          <p:cNvPr id="10" name="Picture 9"/>
          <p:cNvPicPr>
            <a:picLocks noChangeAspect="1"/>
          </p:cNvPicPr>
          <p:nvPr/>
        </p:nvPicPr>
        <p:blipFill>
          <a:blip r:embed="rId4"/>
          <a:stretch>
            <a:fillRect/>
          </a:stretch>
        </p:blipFill>
        <p:spPr>
          <a:xfrm>
            <a:off x="8139113" y="1552605"/>
            <a:ext cx="3681412" cy="2438338"/>
          </a:xfrm>
          <a:prstGeom prst="rect">
            <a:avLst/>
          </a:prstGeom>
        </p:spPr>
      </p:pic>
    </p:spTree>
    <p:extLst>
      <p:ext uri="{BB962C8B-B14F-4D97-AF65-F5344CB8AC3E}">
        <p14:creationId xmlns:p14="http://schemas.microsoft.com/office/powerpoint/2010/main" val="353151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Statistical model </a:t>
            </a:r>
          </a:p>
        </p:txBody>
      </p:sp>
      <p:sp>
        <p:nvSpPr>
          <p:cNvPr id="4" name="Content Placeholder 3"/>
          <p:cNvSpPr>
            <a:spLocks noGrp="1"/>
          </p:cNvSpPr>
          <p:nvPr>
            <p:ph idx="1"/>
          </p:nvPr>
        </p:nvSpPr>
        <p:spPr>
          <a:xfrm>
            <a:off x="762000" y="1194499"/>
            <a:ext cx="6629400" cy="3392551"/>
          </a:xfrm>
        </p:spPr>
        <p:txBody>
          <a:bodyPr/>
          <a:lstStyle/>
          <a:p>
            <a:r>
              <a:rPr lang="en-US" sz="2000" dirty="0"/>
              <a:t>We use a VAR(2) of employment, the Chicago Fed Financial Conditions Index, Industrial Production, Population, the ten-year Treasury yield, the 2-10 yield spread, the price level, and a binary recession indicator. </a:t>
            </a:r>
          </a:p>
          <a:p>
            <a:r>
              <a:rPr lang="en-US" sz="2000" dirty="0"/>
              <a:t>Back-testing this method, we find it is relatively accurate. It projected 2.2 million jobs added in 2019, compared to the actual 1.8. </a:t>
            </a:r>
          </a:p>
          <a:p>
            <a:r>
              <a:rPr lang="en-US" sz="2000" dirty="0"/>
              <a:t>However, the forward-looking forecasts projects the economy to lose 1.6 million jobs over the next year, which is extremely unlikely. </a:t>
            </a:r>
          </a:p>
          <a:p>
            <a:r>
              <a:rPr lang="en-US" sz="2000" dirty="0"/>
              <a:t>Here we see the shock of COVID making this a poor model. </a:t>
            </a:r>
          </a:p>
          <a:p>
            <a:endParaRPr lang="en-US" dirty="0"/>
          </a:p>
        </p:txBody>
      </p:sp>
      <p:sp>
        <p:nvSpPr>
          <p:cNvPr id="5" name="Date Placeholder 4"/>
          <p:cNvSpPr>
            <a:spLocks noGrp="1"/>
          </p:cNvSpPr>
          <p:nvPr>
            <p:ph type="dt" sz="half" idx="10"/>
          </p:nvPr>
        </p:nvSpPr>
        <p:spPr/>
        <p:txBody>
          <a:body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p:txBody>
          <a:bodyPr/>
          <a:lstStyle/>
          <a:p>
            <a:fld id="{ACECC8D6-1311-6F42-B063-A331488CED07}" type="slidenum">
              <a:rPr lang="en-US" smtClean="0"/>
              <a:pPr/>
              <a:t>5</a:t>
            </a:fld>
            <a:endParaRPr lang="en-US"/>
          </a:p>
        </p:txBody>
      </p:sp>
      <p:sp>
        <p:nvSpPr>
          <p:cNvPr id="7" name="Footer Placeholder 6"/>
          <p:cNvSpPr>
            <a:spLocks noGrp="1"/>
          </p:cNvSpPr>
          <p:nvPr>
            <p:ph type="ftr" sz="quarter" idx="11"/>
          </p:nvPr>
        </p:nvSpPr>
        <p:spPr/>
        <p:txBody>
          <a:bodyPr/>
          <a:lstStyle/>
          <a:p>
            <a:r>
              <a:rPr lang="en-US"/>
              <a:t>[Click “View &gt; Header and Footer” to Edit]</a:t>
            </a:r>
          </a:p>
        </p:txBody>
      </p:sp>
      <p:pic>
        <p:nvPicPr>
          <p:cNvPr id="19" name="Picture 18" descr="Chart&#10;&#10;Description automatically generated">
            <a:extLst>
              <a:ext uri="{FF2B5EF4-FFF2-40B4-BE49-F238E27FC236}">
                <a16:creationId xmlns:a16="http://schemas.microsoft.com/office/drawing/2014/main" id="{652347DC-2251-524B-B156-5AA0BAD77B48}"/>
              </a:ext>
            </a:extLst>
          </p:cNvPr>
          <p:cNvPicPr>
            <a:picLocks noChangeAspect="1"/>
          </p:cNvPicPr>
          <p:nvPr/>
        </p:nvPicPr>
        <p:blipFill>
          <a:blip r:embed="rId2"/>
          <a:stretch>
            <a:fillRect/>
          </a:stretch>
        </p:blipFill>
        <p:spPr>
          <a:xfrm>
            <a:off x="7201806" y="638629"/>
            <a:ext cx="4955673" cy="2654577"/>
          </a:xfrm>
          <a:prstGeom prst="rect">
            <a:avLst/>
          </a:prstGeom>
        </p:spPr>
      </p:pic>
      <p:sp>
        <p:nvSpPr>
          <p:cNvPr id="20" name="TextBox 19">
            <a:extLst>
              <a:ext uri="{FF2B5EF4-FFF2-40B4-BE49-F238E27FC236}">
                <a16:creationId xmlns:a16="http://schemas.microsoft.com/office/drawing/2014/main" id="{633D4770-8B1F-244A-AE95-7E9E227FCE44}"/>
              </a:ext>
            </a:extLst>
          </p:cNvPr>
          <p:cNvSpPr txBox="1"/>
          <p:nvPr/>
        </p:nvSpPr>
        <p:spPr>
          <a:xfrm>
            <a:off x="8824632" y="3329735"/>
            <a:ext cx="1710020" cy="369332"/>
          </a:xfrm>
          <a:prstGeom prst="rect">
            <a:avLst/>
          </a:prstGeom>
          <a:noFill/>
        </p:spPr>
        <p:txBody>
          <a:bodyPr wrap="none" rtlCol="0">
            <a:spAutoFit/>
          </a:bodyPr>
          <a:lstStyle/>
          <a:p>
            <a:r>
              <a:rPr lang="en-US" dirty="0"/>
              <a:t>Vs. Back-tested: </a:t>
            </a:r>
          </a:p>
        </p:txBody>
      </p:sp>
      <p:pic>
        <p:nvPicPr>
          <p:cNvPr id="22" name="Picture 21" descr="Chart, line chart&#10;&#10;Description automatically generated">
            <a:extLst>
              <a:ext uri="{FF2B5EF4-FFF2-40B4-BE49-F238E27FC236}">
                <a16:creationId xmlns:a16="http://schemas.microsoft.com/office/drawing/2014/main" id="{C3A1F621-28F6-FE40-A2D9-D7E8E776F273}"/>
              </a:ext>
            </a:extLst>
          </p:cNvPr>
          <p:cNvPicPr>
            <a:picLocks noChangeAspect="1"/>
          </p:cNvPicPr>
          <p:nvPr/>
        </p:nvPicPr>
        <p:blipFill rotWithShape="1">
          <a:blip r:embed="rId3"/>
          <a:srcRect b="6927"/>
          <a:stretch/>
        </p:blipFill>
        <p:spPr>
          <a:xfrm>
            <a:off x="7201805" y="3735596"/>
            <a:ext cx="5022225" cy="2620754"/>
          </a:xfrm>
          <a:prstGeom prst="rect">
            <a:avLst/>
          </a:prstGeom>
        </p:spPr>
      </p:pic>
    </p:spTree>
    <p:extLst>
      <p:ext uri="{BB962C8B-B14F-4D97-AF65-F5344CB8AC3E}">
        <p14:creationId xmlns:p14="http://schemas.microsoft.com/office/powerpoint/2010/main" val="1053635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a:xfrm>
            <a:off x="8115300" y="0"/>
            <a:ext cx="4076700" cy="6210300"/>
          </a:xfrm>
        </p:spPr>
      </p:sp>
      <p:sp>
        <p:nvSpPr>
          <p:cNvPr id="3" name="Title 2"/>
          <p:cNvSpPr>
            <a:spLocks noGrp="1"/>
          </p:cNvSpPr>
          <p:nvPr>
            <p:ph type="title"/>
          </p:nvPr>
        </p:nvSpPr>
        <p:spPr/>
        <p:txBody>
          <a:bodyPr/>
          <a:lstStyle/>
          <a:p>
            <a:r>
              <a:rPr lang="en-US" dirty="0"/>
              <a:t>Curve fitting model</a:t>
            </a:r>
          </a:p>
        </p:txBody>
      </p:sp>
      <p:sp>
        <p:nvSpPr>
          <p:cNvPr id="4" name="Content Placeholder 3"/>
          <p:cNvSpPr>
            <a:spLocks noGrp="1"/>
          </p:cNvSpPr>
          <p:nvPr>
            <p:ph idx="1"/>
          </p:nvPr>
        </p:nvSpPr>
        <p:spPr/>
        <p:txBody>
          <a:bodyPr/>
          <a:lstStyle/>
          <a:p>
            <a:r>
              <a:rPr lang="en-US" dirty="0"/>
              <a:t>Seasonal Trend decomposition using Loess (STL)</a:t>
            </a:r>
          </a:p>
          <a:p>
            <a:pPr lvl="1"/>
            <a:r>
              <a:rPr lang="en-US" dirty="0"/>
              <a:t>Employment depends on many factors, one being business cycles/recessions</a:t>
            </a:r>
          </a:p>
          <a:p>
            <a:pPr lvl="1"/>
            <a:r>
              <a:rPr lang="en-US" dirty="0"/>
              <a:t>Not all have the same period/seasonal component fluctuates over time</a:t>
            </a:r>
          </a:p>
          <a:p>
            <a:pPr lvl="1"/>
            <a:r>
              <a:rPr lang="en-US" dirty="0"/>
              <a:t>Makes this a good candidate </a:t>
            </a:r>
          </a:p>
          <a:p>
            <a:pPr lvl="1"/>
            <a:r>
              <a:rPr lang="en-US"/>
              <a:t>ADD INFO ON CURVE FITTING MODEL</a:t>
            </a:r>
            <a:endParaRPr lang="en-US" dirty="0"/>
          </a:p>
        </p:txBody>
      </p:sp>
      <p:sp>
        <p:nvSpPr>
          <p:cNvPr id="5" name="Date Placeholder 4"/>
          <p:cNvSpPr>
            <a:spLocks noGrp="1"/>
          </p:cNvSpPr>
          <p:nvPr>
            <p:ph type="dt" sz="half" idx="10"/>
          </p:nvPr>
        </p:nvSpPr>
        <p:spPr/>
        <p:txBody>
          <a:body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p:txBody>
          <a:bodyPr/>
          <a:lstStyle/>
          <a:p>
            <a:fld id="{ACECC8D6-1311-6F42-B063-A331488CED07}" type="slidenum">
              <a:rPr lang="en-US" smtClean="0"/>
              <a:pPr/>
              <a:t>6</a:t>
            </a:fld>
            <a:endParaRPr lang="en-US"/>
          </a:p>
        </p:txBody>
      </p:sp>
      <p:sp>
        <p:nvSpPr>
          <p:cNvPr id="7" name="Footer Placeholder 6"/>
          <p:cNvSpPr>
            <a:spLocks noGrp="1"/>
          </p:cNvSpPr>
          <p:nvPr>
            <p:ph type="ftr" sz="quarter" idx="11"/>
          </p:nvPr>
        </p:nvSpPr>
        <p:spPr/>
        <p:txBody>
          <a:bodyPr/>
          <a:lstStyle/>
          <a:p>
            <a:r>
              <a:rPr lang="en-US"/>
              <a:t>[Click “View &gt; Header and Footer” to Edit]</a:t>
            </a:r>
          </a:p>
        </p:txBody>
      </p:sp>
    </p:spTree>
    <p:extLst>
      <p:ext uri="{BB962C8B-B14F-4D97-AF65-F5344CB8AC3E}">
        <p14:creationId xmlns:p14="http://schemas.microsoft.com/office/powerpoint/2010/main" val="3134321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a:xfrm>
            <a:off x="8115300" y="0"/>
            <a:ext cx="4076700" cy="6210300"/>
          </a:xfrm>
        </p:spPr>
      </p:sp>
      <p:sp>
        <p:nvSpPr>
          <p:cNvPr id="3" name="Title 2"/>
          <p:cNvSpPr>
            <a:spLocks noGrp="1"/>
          </p:cNvSpPr>
          <p:nvPr>
            <p:ph type="title"/>
          </p:nvPr>
        </p:nvSpPr>
        <p:spPr/>
        <p:txBody>
          <a:bodyPr/>
          <a:lstStyle/>
          <a:p>
            <a:r>
              <a:rPr lang="en-US" dirty="0"/>
              <a:t>Deep learning model </a:t>
            </a:r>
          </a:p>
        </p:txBody>
      </p:sp>
      <p:sp>
        <p:nvSpPr>
          <p:cNvPr id="4" name="Content Placeholder 3"/>
          <p:cNvSpPr>
            <a:spLocks noGrp="1"/>
          </p:cNvSpPr>
          <p:nvPr>
            <p:ph idx="1"/>
          </p:nvPr>
        </p:nvSpPr>
        <p:spPr/>
        <p:txBody>
          <a:bodyPr/>
          <a:lstStyle/>
          <a:p>
            <a:r>
              <a:rPr lang="en-US" dirty="0"/>
              <a:t>ADD INFO ON DEEP LEARNING MODEL</a:t>
            </a:r>
          </a:p>
        </p:txBody>
      </p:sp>
      <p:sp>
        <p:nvSpPr>
          <p:cNvPr id="5" name="Date Placeholder 4"/>
          <p:cNvSpPr>
            <a:spLocks noGrp="1"/>
          </p:cNvSpPr>
          <p:nvPr>
            <p:ph type="dt" sz="half" idx="10"/>
          </p:nvPr>
        </p:nvSpPr>
        <p:spPr/>
        <p:txBody>
          <a:body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p:txBody>
          <a:bodyPr/>
          <a:lstStyle/>
          <a:p>
            <a:fld id="{ACECC8D6-1311-6F42-B063-A331488CED07}" type="slidenum">
              <a:rPr lang="en-US" smtClean="0"/>
              <a:pPr/>
              <a:t>7</a:t>
            </a:fld>
            <a:endParaRPr lang="en-US"/>
          </a:p>
        </p:txBody>
      </p:sp>
      <p:sp>
        <p:nvSpPr>
          <p:cNvPr id="7" name="Footer Placeholder 6"/>
          <p:cNvSpPr>
            <a:spLocks noGrp="1"/>
          </p:cNvSpPr>
          <p:nvPr>
            <p:ph type="ftr" sz="quarter" idx="11"/>
          </p:nvPr>
        </p:nvSpPr>
        <p:spPr/>
        <p:txBody>
          <a:bodyPr/>
          <a:lstStyle/>
          <a:p>
            <a:r>
              <a:rPr lang="en-US"/>
              <a:t>[Click “View &gt; Header and Footer” to Edit]</a:t>
            </a:r>
          </a:p>
        </p:txBody>
      </p:sp>
    </p:spTree>
    <p:extLst>
      <p:ext uri="{BB962C8B-B14F-4D97-AF65-F5344CB8AC3E}">
        <p14:creationId xmlns:p14="http://schemas.microsoft.com/office/powerpoint/2010/main" val="355481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a:xfrm>
            <a:off x="8115300" y="0"/>
            <a:ext cx="4076700" cy="6210300"/>
          </a:xfrm>
        </p:spPr>
      </p:sp>
      <p:sp>
        <p:nvSpPr>
          <p:cNvPr id="3" name="Title 2"/>
          <p:cNvSpPr>
            <a:spLocks noGrp="1"/>
          </p:cNvSpPr>
          <p:nvPr>
            <p:ph type="title"/>
          </p:nvPr>
        </p:nvSpPr>
        <p:spPr/>
        <p:txBody>
          <a:bodyPr/>
          <a:lstStyle/>
          <a:p>
            <a:r>
              <a:rPr lang="en-US" dirty="0"/>
              <a:t>Selected model </a:t>
            </a:r>
          </a:p>
        </p:txBody>
      </p:sp>
      <p:sp>
        <p:nvSpPr>
          <p:cNvPr id="4" name="Content Placeholder 3"/>
          <p:cNvSpPr>
            <a:spLocks noGrp="1"/>
          </p:cNvSpPr>
          <p:nvPr>
            <p:ph idx="1"/>
          </p:nvPr>
        </p:nvSpPr>
        <p:spPr>
          <a:xfrm>
            <a:off x="762000" y="1854200"/>
            <a:ext cx="6629400" cy="3445622"/>
          </a:xfrm>
        </p:spPr>
        <p:txBody>
          <a:bodyPr/>
          <a:lstStyle/>
          <a:p>
            <a:r>
              <a:rPr lang="en-US" dirty="0"/>
              <a:t>Of the models we tested, the… performed best</a:t>
            </a:r>
          </a:p>
          <a:p>
            <a:r>
              <a:rPr lang="en-US" dirty="0"/>
              <a:t>ADD SOMEWHAT MORE DETAILED NOTES ON BEST PERFORMING MODEL</a:t>
            </a:r>
          </a:p>
        </p:txBody>
      </p:sp>
      <p:sp>
        <p:nvSpPr>
          <p:cNvPr id="5" name="Date Placeholder 4"/>
          <p:cNvSpPr>
            <a:spLocks noGrp="1"/>
          </p:cNvSpPr>
          <p:nvPr>
            <p:ph type="dt" sz="half" idx="10"/>
          </p:nvPr>
        </p:nvSpPr>
        <p:spPr/>
        <p:txBody>
          <a:body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p:txBody>
          <a:bodyPr/>
          <a:lstStyle/>
          <a:p>
            <a:fld id="{ACECC8D6-1311-6F42-B063-A331488CED07}" type="slidenum">
              <a:rPr lang="en-US" smtClean="0"/>
              <a:pPr/>
              <a:t>8</a:t>
            </a:fld>
            <a:endParaRPr lang="en-US"/>
          </a:p>
        </p:txBody>
      </p:sp>
      <p:sp>
        <p:nvSpPr>
          <p:cNvPr id="7" name="Footer Placeholder 6"/>
          <p:cNvSpPr>
            <a:spLocks noGrp="1"/>
          </p:cNvSpPr>
          <p:nvPr>
            <p:ph type="ftr" sz="quarter" idx="11"/>
          </p:nvPr>
        </p:nvSpPr>
        <p:spPr/>
        <p:txBody>
          <a:bodyPr/>
          <a:lstStyle/>
          <a:p>
            <a:r>
              <a:rPr lang="en-US"/>
              <a:t>[Click “View &gt; Header and Footer” to Edit]</a:t>
            </a:r>
          </a:p>
        </p:txBody>
      </p:sp>
    </p:spTree>
    <p:extLst>
      <p:ext uri="{BB962C8B-B14F-4D97-AF65-F5344CB8AC3E}">
        <p14:creationId xmlns:p14="http://schemas.microsoft.com/office/powerpoint/2010/main" val="2380175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Results and future work</a:t>
            </a:r>
          </a:p>
        </p:txBody>
      </p:sp>
      <p:sp>
        <p:nvSpPr>
          <p:cNvPr id="4" name="Content Placeholder 3"/>
          <p:cNvSpPr>
            <a:spLocks noGrp="1"/>
          </p:cNvSpPr>
          <p:nvPr>
            <p:ph idx="1"/>
          </p:nvPr>
        </p:nvSpPr>
        <p:spPr/>
        <p:txBody>
          <a:bodyPr/>
          <a:lstStyle/>
          <a:p>
            <a:r>
              <a:rPr lang="en-US" dirty="0"/>
              <a:t>Did any of our models perform “well”?</a:t>
            </a:r>
          </a:p>
          <a:p>
            <a:pPr lvl="1"/>
            <a:r>
              <a:rPr lang="en-US" dirty="0"/>
              <a:t>Clear that Covid-19 has changed things</a:t>
            </a:r>
          </a:p>
          <a:p>
            <a:pPr lvl="1"/>
            <a:r>
              <a:rPr lang="en-US" dirty="0"/>
              <a:t>Pure statistical models out (under) perform both curve fitting and deep learning models pre-pandemic.</a:t>
            </a:r>
          </a:p>
          <a:p>
            <a:pPr lvl="1"/>
            <a:r>
              <a:rPr lang="en-US" dirty="0"/>
              <a:t>ADD / EDIT THIS</a:t>
            </a:r>
          </a:p>
        </p:txBody>
      </p:sp>
      <p:sp>
        <p:nvSpPr>
          <p:cNvPr id="5" name="Date Placeholder 4"/>
          <p:cNvSpPr>
            <a:spLocks noGrp="1"/>
          </p:cNvSpPr>
          <p:nvPr>
            <p:ph type="dt" sz="half" idx="10"/>
          </p:nvPr>
        </p:nvSpPr>
        <p:spPr/>
        <p:txBody>
          <a:bodyPr/>
          <a:lstStyle/>
          <a:p>
            <a:fld id="{7836101D-EE4F-E14F-B986-E9B4B91F2B37}" type="datetime1">
              <a:rPr lang="en-US" smtClean="0"/>
              <a:pPr/>
              <a:t>6/1/21</a:t>
            </a:fld>
            <a:endParaRPr lang="en-US"/>
          </a:p>
        </p:txBody>
      </p:sp>
      <p:sp>
        <p:nvSpPr>
          <p:cNvPr id="6" name="Slide Number Placeholder 5"/>
          <p:cNvSpPr>
            <a:spLocks noGrp="1"/>
          </p:cNvSpPr>
          <p:nvPr>
            <p:ph type="sldNum" sz="quarter" idx="12"/>
          </p:nvPr>
        </p:nvSpPr>
        <p:spPr/>
        <p:txBody>
          <a:bodyPr/>
          <a:lstStyle/>
          <a:p>
            <a:fld id="{ACECC8D6-1311-6F42-B063-A331488CED07}" type="slidenum">
              <a:rPr lang="en-US" smtClean="0"/>
              <a:pPr/>
              <a:t>9</a:t>
            </a:fld>
            <a:endParaRPr lang="en-US"/>
          </a:p>
        </p:txBody>
      </p:sp>
      <p:sp>
        <p:nvSpPr>
          <p:cNvPr id="7" name="Footer Placeholder 6"/>
          <p:cNvSpPr>
            <a:spLocks noGrp="1"/>
          </p:cNvSpPr>
          <p:nvPr>
            <p:ph type="ftr" sz="quarter" idx="11"/>
          </p:nvPr>
        </p:nvSpPr>
        <p:spPr/>
        <p:txBody>
          <a:bodyPr/>
          <a:lstStyle/>
          <a:p>
            <a:r>
              <a:rPr lang="en-US"/>
              <a:t>[Click “View &gt; Header and Footer” to Edit]</a:t>
            </a:r>
          </a:p>
        </p:txBody>
      </p:sp>
      <p:sp>
        <p:nvSpPr>
          <p:cNvPr id="8" name="TextBox 7"/>
          <p:cNvSpPr txBox="1"/>
          <p:nvPr/>
        </p:nvSpPr>
        <p:spPr>
          <a:xfrm>
            <a:off x="8458200" y="363537"/>
            <a:ext cx="3362325" cy="5355312"/>
          </a:xfrm>
          <a:prstGeom prst="rect">
            <a:avLst/>
          </a:prstGeom>
          <a:noFill/>
        </p:spPr>
        <p:txBody>
          <a:bodyPr wrap="square" rtlCol="0">
            <a:spAutoFit/>
          </a:bodyPr>
          <a:lstStyle/>
          <a:p>
            <a:pPr marL="285750" indent="-285750">
              <a:buFont typeface="Arial" panose="020B0604020202020204" pitchFamily="34" charset="0"/>
              <a:buChar char="•"/>
            </a:pPr>
            <a:r>
              <a:rPr lang="en-US" dirty="0"/>
              <a:t>For this exercise, we decided </a:t>
            </a:r>
            <a:r>
              <a:rPr lang="en-US" i="1" dirty="0"/>
              <a:t>not </a:t>
            </a:r>
            <a:r>
              <a:rPr lang="en-US" dirty="0"/>
              <a:t>to use additional covariates for simplicity.</a:t>
            </a:r>
          </a:p>
          <a:p>
            <a:pPr marL="285750" indent="-285750">
              <a:buFont typeface="Arial" panose="020B0604020202020204" pitchFamily="34" charset="0"/>
              <a:buChar char="•"/>
            </a:pPr>
            <a:r>
              <a:rPr lang="en-US" dirty="0"/>
              <a:t>Clearly, incorporating such information would prove useful in our projections</a:t>
            </a:r>
          </a:p>
          <a:p>
            <a:pPr marL="285750" indent="-285750">
              <a:buFont typeface="Arial" panose="020B0604020202020204" pitchFamily="34" charset="0"/>
              <a:buChar char="•"/>
            </a:pPr>
            <a:r>
              <a:rPr lang="en-US" dirty="0"/>
              <a:t>An ensemble model might be useful in stabilizing the model since the pandemic</a:t>
            </a:r>
          </a:p>
          <a:p>
            <a:pPr marL="285750" indent="-285750">
              <a:buFont typeface="Arial" panose="020B0604020202020204" pitchFamily="34" charset="0"/>
              <a:buChar char="•"/>
            </a:pPr>
            <a:r>
              <a:rPr lang="en-US" dirty="0"/>
              <a:t>Alternatively, we could apply some sort of pulse function – to capture the temporary, albeit enormous, impact of Covid-19, which has been breaking a lot of models that are used to describe employment and the broader </a:t>
            </a:r>
            <a:r>
              <a:rPr lang="en-US" dirty="0" err="1"/>
              <a:t>macroeconomy</a:t>
            </a:r>
            <a:r>
              <a:rPr lang="en-US" dirty="0"/>
              <a: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72582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Thank you!</a:t>
            </a:r>
            <a:br>
              <a:rPr lang="en-US" dirty="0"/>
            </a:br>
            <a:br>
              <a:rPr lang="en-US" dirty="0"/>
            </a:br>
            <a:br>
              <a:rPr lang="en-US" dirty="0"/>
            </a:br>
            <a:br>
              <a:rPr lang="en-US" dirty="0"/>
            </a:br>
            <a:br>
              <a:rPr lang="en-US" dirty="0"/>
            </a:br>
            <a:r>
              <a:rPr lang="en-US" dirty="0"/>
              <a:t>Questions?</a:t>
            </a:r>
          </a:p>
        </p:txBody>
      </p:sp>
      <p:sp>
        <p:nvSpPr>
          <p:cNvPr id="4" name="Date Placeholder 3"/>
          <p:cNvSpPr>
            <a:spLocks noGrp="1"/>
          </p:cNvSpPr>
          <p:nvPr>
            <p:ph type="dt" sz="half" idx="10"/>
          </p:nvPr>
        </p:nvSpPr>
        <p:spPr/>
        <p:txBody>
          <a:bodyPr/>
          <a:lstStyle/>
          <a:p>
            <a:fld id="{7836101D-EE4F-E14F-B986-E9B4B91F2B37}" type="datetime1">
              <a:rPr lang="en-US" smtClean="0"/>
              <a:pPr/>
              <a:t>6/1/21</a:t>
            </a:fld>
            <a:endParaRPr lang="en-US"/>
          </a:p>
        </p:txBody>
      </p:sp>
      <p:sp>
        <p:nvSpPr>
          <p:cNvPr id="5" name="Slide Number Placeholder 4"/>
          <p:cNvSpPr>
            <a:spLocks noGrp="1"/>
          </p:cNvSpPr>
          <p:nvPr>
            <p:ph type="sldNum" sz="quarter" idx="12"/>
          </p:nvPr>
        </p:nvSpPr>
        <p:spPr/>
        <p:txBody>
          <a:bodyPr/>
          <a:lstStyle/>
          <a:p>
            <a:fld id="{ACECC8D6-1311-6F42-B063-A331488CED07}" type="slidenum">
              <a:rPr lang="en-US" smtClean="0"/>
              <a:pPr/>
              <a:t>10</a:t>
            </a:fld>
            <a:endParaRPr lang="en-US"/>
          </a:p>
        </p:txBody>
      </p:sp>
      <p:sp>
        <p:nvSpPr>
          <p:cNvPr id="6" name="Footer Placeholder 5"/>
          <p:cNvSpPr>
            <a:spLocks noGrp="1"/>
          </p:cNvSpPr>
          <p:nvPr>
            <p:ph type="ftr" sz="quarter" idx="11"/>
          </p:nvPr>
        </p:nvSpPr>
        <p:spPr/>
        <p:txBody>
          <a:bodyPr/>
          <a:lstStyle/>
          <a:p>
            <a:r>
              <a:rPr lang="en-US"/>
              <a:t>[Click “View &gt; Header and Footer” to Edit]</a:t>
            </a:r>
          </a:p>
        </p:txBody>
      </p:sp>
    </p:spTree>
    <p:extLst>
      <p:ext uri="{BB962C8B-B14F-4D97-AF65-F5344CB8AC3E}">
        <p14:creationId xmlns:p14="http://schemas.microsoft.com/office/powerpoint/2010/main" val="1911402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1431AB0C9779A43BD885F94626F2265" ma:contentTypeVersion="4" ma:contentTypeDescription="Create a new document." ma:contentTypeScope="" ma:versionID="9d54a7e8d952f0d899b5faef706f4bec">
  <xsd:schema xmlns:xsd="http://www.w3.org/2001/XMLSchema" xmlns:xs="http://www.w3.org/2001/XMLSchema" xmlns:p="http://schemas.microsoft.com/office/2006/metadata/properties" xmlns:ns2="edb7b4ce-fc58-4455-a047-7dd82c0d9b47" targetNamespace="http://schemas.microsoft.com/office/2006/metadata/properties" ma:root="true" ma:fieldsID="332970e168b43bc8cb68fdee2bf610ec" ns2:_="">
    <xsd:import namespace="edb7b4ce-fc58-4455-a047-7dd82c0d9b4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b7b4ce-fc58-4455-a047-7dd82c0d9b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2083E8-1515-4842-ADC3-57EEB8B8282F}">
  <ds:schemaRefs>
    <ds:schemaRef ds:uri="http://schemas.microsoft.com/sharepoint/v3/contenttype/forms"/>
  </ds:schemaRefs>
</ds:datastoreItem>
</file>

<file path=customXml/itemProps2.xml><?xml version="1.0" encoding="utf-8"?>
<ds:datastoreItem xmlns:ds="http://schemas.openxmlformats.org/officeDocument/2006/customXml" ds:itemID="{B11726AF-0388-424A-A6D5-9D83C71D67D1}">
  <ds:schemaRefs>
    <ds:schemaRef ds:uri="edb7b4ce-fc58-4455-a047-7dd82c0d9b4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41841E5-2874-4A44-BAA6-A7911A1F892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3567</TotalTime>
  <Words>954</Words>
  <Application>Microsoft Macintosh PowerPoint</Application>
  <PresentationFormat>Widescreen</PresentationFormat>
  <Paragraphs>109</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Trebuchet MS</vt:lpstr>
      <vt:lpstr>Office Theme</vt:lpstr>
      <vt:lpstr>PowerPoint Presentation</vt:lpstr>
      <vt:lpstr>Grading Rubric &amp; Project Description</vt:lpstr>
      <vt:lpstr>Problem statement</vt:lpstr>
      <vt:lpstr>Assumptions &amp; Hypotheses about Data</vt:lpstr>
      <vt:lpstr>Data properties, processing &amp; Feature engineering</vt:lpstr>
      <vt:lpstr>Statistical model </vt:lpstr>
      <vt:lpstr>Curve fitting model</vt:lpstr>
      <vt:lpstr>Deep learning model </vt:lpstr>
      <vt:lpstr>Selected model </vt:lpstr>
      <vt:lpstr>Results and future work</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Principles</dc:title>
  <dc:creator>Pamuksuz, Utku</dc:creator>
  <cp:lastModifiedBy>connor obrien</cp:lastModifiedBy>
  <cp:revision>54</cp:revision>
  <dcterms:created xsi:type="dcterms:W3CDTF">2020-04-30T16:15:42Z</dcterms:created>
  <dcterms:modified xsi:type="dcterms:W3CDTF">2021-06-04T00:30:15Z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0x01010071431AB0C9779A43BD885F94626F2265</vt:lpwstr>
  </property>
</Properties>
</file>